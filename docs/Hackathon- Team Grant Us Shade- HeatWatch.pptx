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tags/tag5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80" r:id="rId5"/>
    <p:sldId id="317" r:id="rId6"/>
    <p:sldId id="318" r:id="rId7"/>
    <p:sldId id="316" r:id="rId8"/>
    <p:sldId id="319" r:id="rId9"/>
    <p:sldId id="320" r:id="rId10"/>
    <p:sldId id="321" r:id="rId11"/>
    <p:sldId id="32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0C56A166-B451-4E19-B066-7C587DCD4971}">
          <p14:sldIdLst>
            <p14:sldId id="280"/>
            <p14:sldId id="317"/>
            <p14:sldId id="318"/>
            <p14:sldId id="316"/>
            <p14:sldId id="319"/>
            <p14:sldId id="320"/>
            <p14:sldId id="321"/>
            <p14:sldId id="322"/>
          </p14:sldIdLst>
        </p14:section>
        <p14:section name="Cut off" id="{F62A1F48-8E07-4F84-947C-64FF23077CC4}">
          <p14:sldIdLst/>
        </p14:section>
        <p14:section name="backup" id="{0598D051-E0CA-4E54-AF76-6569023F746C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D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904D54-4772-4570-A89B-460E55055A77}" v="122" dt="2026-03-08T12:48:54.668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69" autoAdjust="0"/>
    <p:restoredTop sz="94879" autoAdjust="0"/>
  </p:normalViewPr>
  <p:slideViewPr>
    <p:cSldViewPr snapToGrid="0">
      <p:cViewPr varScale="1">
        <p:scale>
          <a:sx n="54" d="100"/>
          <a:sy n="54" d="100"/>
        </p:scale>
        <p:origin x="88" y="264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eline Kwa" userId="297c9b4f-ace7-41f2-afa5-4e5a56ad9fd4" providerId="ADAL" clId="{B906CCB2-0321-4ABC-9E64-8D2A85D7172B}"/>
    <pc:docChg chg="undo custSel addSld delSld modSld sldOrd modMainMaster addSection modSection">
      <pc:chgData name="Adeline Kwa" userId="297c9b4f-ace7-41f2-afa5-4e5a56ad9fd4" providerId="ADAL" clId="{B906CCB2-0321-4ABC-9E64-8D2A85D7172B}" dt="2026-03-08T12:49:16.006" v="15563" actId="20577"/>
      <pc:docMkLst>
        <pc:docMk/>
      </pc:docMkLst>
      <pc:sldChg chg="del">
        <pc:chgData name="Adeline Kwa" userId="297c9b4f-ace7-41f2-afa5-4e5a56ad9fd4" providerId="ADAL" clId="{B906CCB2-0321-4ABC-9E64-8D2A85D7172B}" dt="2026-03-08T12:46:29.473" v="15442" actId="47"/>
        <pc:sldMkLst>
          <pc:docMk/>
          <pc:sldMk cId="3666674671" sldId="261"/>
        </pc:sldMkLst>
      </pc:sldChg>
      <pc:sldChg chg="del">
        <pc:chgData name="Adeline Kwa" userId="297c9b4f-ace7-41f2-afa5-4e5a56ad9fd4" providerId="ADAL" clId="{B906CCB2-0321-4ABC-9E64-8D2A85D7172B}" dt="2026-03-08T12:46:29.473" v="15442" actId="47"/>
        <pc:sldMkLst>
          <pc:docMk/>
          <pc:sldMk cId="729609147" sldId="265"/>
        </pc:sldMkLst>
      </pc:sldChg>
      <pc:sldChg chg="del">
        <pc:chgData name="Adeline Kwa" userId="297c9b4f-ace7-41f2-afa5-4e5a56ad9fd4" providerId="ADAL" clId="{B906CCB2-0321-4ABC-9E64-8D2A85D7172B}" dt="2026-03-08T12:46:29.473" v="15442" actId="47"/>
        <pc:sldMkLst>
          <pc:docMk/>
          <pc:sldMk cId="643777997" sldId="266"/>
        </pc:sldMkLst>
      </pc:sldChg>
      <pc:sldChg chg="del">
        <pc:chgData name="Adeline Kwa" userId="297c9b4f-ace7-41f2-afa5-4e5a56ad9fd4" providerId="ADAL" clId="{B906CCB2-0321-4ABC-9E64-8D2A85D7172B}" dt="2026-03-08T12:46:29.473" v="15442" actId="47"/>
        <pc:sldMkLst>
          <pc:docMk/>
          <pc:sldMk cId="4259977132" sldId="268"/>
        </pc:sldMkLst>
      </pc:sldChg>
      <pc:sldChg chg="del">
        <pc:chgData name="Adeline Kwa" userId="297c9b4f-ace7-41f2-afa5-4e5a56ad9fd4" providerId="ADAL" clId="{B906CCB2-0321-4ABC-9E64-8D2A85D7172B}" dt="2026-03-08T12:46:29.473" v="15442" actId="47"/>
        <pc:sldMkLst>
          <pc:docMk/>
          <pc:sldMk cId="1679936628" sldId="273"/>
        </pc:sldMkLst>
      </pc:sldChg>
      <pc:sldChg chg="del">
        <pc:chgData name="Adeline Kwa" userId="297c9b4f-ace7-41f2-afa5-4e5a56ad9fd4" providerId="ADAL" clId="{B906CCB2-0321-4ABC-9E64-8D2A85D7172B}" dt="2026-03-08T12:46:29.473" v="15442" actId="47"/>
        <pc:sldMkLst>
          <pc:docMk/>
          <pc:sldMk cId="1649597717" sldId="277"/>
        </pc:sldMkLst>
      </pc:sldChg>
      <pc:sldChg chg="del">
        <pc:chgData name="Adeline Kwa" userId="297c9b4f-ace7-41f2-afa5-4e5a56ad9fd4" providerId="ADAL" clId="{B906CCB2-0321-4ABC-9E64-8D2A85D7172B}" dt="2026-03-08T12:46:29.473" v="15442" actId="47"/>
        <pc:sldMkLst>
          <pc:docMk/>
          <pc:sldMk cId="3930438526" sldId="278"/>
        </pc:sldMkLst>
      </pc:sldChg>
      <pc:sldChg chg="del">
        <pc:chgData name="Adeline Kwa" userId="297c9b4f-ace7-41f2-afa5-4e5a56ad9fd4" providerId="ADAL" clId="{B906CCB2-0321-4ABC-9E64-8D2A85D7172B}" dt="2026-03-08T12:46:29.473" v="15442" actId="47"/>
        <pc:sldMkLst>
          <pc:docMk/>
          <pc:sldMk cId="2243159397" sldId="279"/>
        </pc:sldMkLst>
      </pc:sldChg>
      <pc:sldChg chg="addSp modSp mod ord">
        <pc:chgData name="Adeline Kwa" userId="297c9b4f-ace7-41f2-afa5-4e5a56ad9fd4" providerId="ADAL" clId="{B906CCB2-0321-4ABC-9E64-8D2A85D7172B}" dt="2026-03-08T10:52:42.551" v="14225" actId="14100"/>
        <pc:sldMkLst>
          <pc:docMk/>
          <pc:sldMk cId="467869221" sldId="280"/>
        </pc:sldMkLst>
        <pc:spChg chg="mod">
          <ac:chgData name="Adeline Kwa" userId="297c9b4f-ace7-41f2-afa5-4e5a56ad9fd4" providerId="ADAL" clId="{B906CCB2-0321-4ABC-9E64-8D2A85D7172B}" dt="2026-03-08T10:32:06.216" v="13304" actId="948"/>
          <ac:spMkLst>
            <pc:docMk/>
            <pc:sldMk cId="467869221" sldId="280"/>
            <ac:spMk id="3" creationId="{B2F3FA79-DE26-1F2A-0CF7-5671B73C8B6F}"/>
          </ac:spMkLst>
        </pc:spChg>
        <pc:spChg chg="add mod">
          <ac:chgData name="Adeline Kwa" userId="297c9b4f-ace7-41f2-afa5-4e5a56ad9fd4" providerId="ADAL" clId="{B906CCB2-0321-4ABC-9E64-8D2A85D7172B}" dt="2026-03-08T10:32:25.806" v="13339" actId="20577"/>
          <ac:spMkLst>
            <pc:docMk/>
            <pc:sldMk cId="467869221" sldId="280"/>
            <ac:spMk id="7" creationId="{326CF2E3-8914-5064-D340-17CFEB892C81}"/>
          </ac:spMkLst>
        </pc:spChg>
        <pc:spChg chg="add mod">
          <ac:chgData name="Adeline Kwa" userId="297c9b4f-ace7-41f2-afa5-4e5a56ad9fd4" providerId="ADAL" clId="{B906CCB2-0321-4ABC-9E64-8D2A85D7172B}" dt="2026-03-08T10:45:32.503" v="13589" actId="14100"/>
          <ac:spMkLst>
            <pc:docMk/>
            <pc:sldMk cId="467869221" sldId="280"/>
            <ac:spMk id="8" creationId="{7A2CE277-4F20-AC67-2F97-4E558960D798}"/>
          </ac:spMkLst>
        </pc:spChg>
        <pc:spChg chg="add mod">
          <ac:chgData name="Adeline Kwa" userId="297c9b4f-ace7-41f2-afa5-4e5a56ad9fd4" providerId="ADAL" clId="{B906CCB2-0321-4ABC-9E64-8D2A85D7172B}" dt="2026-03-08T10:37:08.896" v="13450" actId="14100"/>
          <ac:spMkLst>
            <pc:docMk/>
            <pc:sldMk cId="467869221" sldId="280"/>
            <ac:spMk id="9" creationId="{2D0792D7-1AA2-C01E-D20F-91EBDD485919}"/>
          </ac:spMkLst>
        </pc:spChg>
        <pc:spChg chg="add mod">
          <ac:chgData name="Adeline Kwa" userId="297c9b4f-ace7-41f2-afa5-4e5a56ad9fd4" providerId="ADAL" clId="{B906CCB2-0321-4ABC-9E64-8D2A85D7172B}" dt="2026-03-08T10:52:42.551" v="14225" actId="14100"/>
          <ac:spMkLst>
            <pc:docMk/>
            <pc:sldMk cId="467869221" sldId="280"/>
            <ac:spMk id="10" creationId="{F2FEDC0F-CAA5-461C-79FB-3B3359CF4BD7}"/>
          </ac:spMkLst>
        </pc:spChg>
        <pc:spChg chg="add mod">
          <ac:chgData name="Adeline Kwa" userId="297c9b4f-ace7-41f2-afa5-4e5a56ad9fd4" providerId="ADAL" clId="{B906CCB2-0321-4ABC-9E64-8D2A85D7172B}" dt="2026-03-08T10:43:30.863" v="13537" actId="14100"/>
          <ac:spMkLst>
            <pc:docMk/>
            <pc:sldMk cId="467869221" sldId="280"/>
            <ac:spMk id="11" creationId="{B6A739AB-564A-37E8-BF4D-AB443EC5127D}"/>
          </ac:spMkLst>
        </pc:spChg>
        <pc:spChg chg="add mod">
          <ac:chgData name="Adeline Kwa" userId="297c9b4f-ace7-41f2-afa5-4e5a56ad9fd4" providerId="ADAL" clId="{B906CCB2-0321-4ABC-9E64-8D2A85D7172B}" dt="2026-03-08T10:43:30.863" v="13537" actId="14100"/>
          <ac:spMkLst>
            <pc:docMk/>
            <pc:sldMk cId="467869221" sldId="280"/>
            <ac:spMk id="12" creationId="{FB91634C-F219-7401-E5D4-3E040514FE89}"/>
          </ac:spMkLst>
        </pc:spChg>
        <pc:spChg chg="add mod">
          <ac:chgData name="Adeline Kwa" userId="297c9b4f-ace7-41f2-afa5-4e5a56ad9fd4" providerId="ADAL" clId="{B906CCB2-0321-4ABC-9E64-8D2A85D7172B}" dt="2026-03-08T10:43:30.863" v="13537" actId="14100"/>
          <ac:spMkLst>
            <pc:docMk/>
            <pc:sldMk cId="467869221" sldId="280"/>
            <ac:spMk id="13" creationId="{262F2F6B-44C9-61B3-D3EC-EF2085E579FE}"/>
          </ac:spMkLst>
        </pc:spChg>
        <pc:spChg chg="add mod">
          <ac:chgData name="Adeline Kwa" userId="297c9b4f-ace7-41f2-afa5-4e5a56ad9fd4" providerId="ADAL" clId="{B906CCB2-0321-4ABC-9E64-8D2A85D7172B}" dt="2026-03-08T10:45:19.350" v="13587" actId="20577"/>
          <ac:spMkLst>
            <pc:docMk/>
            <pc:sldMk cId="467869221" sldId="280"/>
            <ac:spMk id="20" creationId="{BFF07FE1-46BB-C1CE-B8BC-6625842EE456}"/>
          </ac:spMkLst>
        </pc:spChg>
        <pc:spChg chg="add mod">
          <ac:chgData name="Adeline Kwa" userId="297c9b4f-ace7-41f2-afa5-4e5a56ad9fd4" providerId="ADAL" clId="{B906CCB2-0321-4ABC-9E64-8D2A85D7172B}" dt="2026-03-08T10:45:42.282" v="13591" actId="1076"/>
          <ac:spMkLst>
            <pc:docMk/>
            <pc:sldMk cId="467869221" sldId="280"/>
            <ac:spMk id="21" creationId="{4694EF60-98A0-DE32-5CF5-688AC8EBFBC3}"/>
          </ac:spMkLst>
        </pc:spChg>
        <pc:spChg chg="add mod">
          <ac:chgData name="Adeline Kwa" userId="297c9b4f-ace7-41f2-afa5-4e5a56ad9fd4" providerId="ADAL" clId="{B906CCB2-0321-4ABC-9E64-8D2A85D7172B}" dt="2026-03-08T10:45:52.873" v="13596" actId="1076"/>
          <ac:spMkLst>
            <pc:docMk/>
            <pc:sldMk cId="467869221" sldId="280"/>
            <ac:spMk id="22" creationId="{851E94AA-29E3-BD6C-4427-E847D254A5D5}"/>
          </ac:spMkLst>
        </pc:spChg>
        <pc:spChg chg="add mod">
          <ac:chgData name="Adeline Kwa" userId="297c9b4f-ace7-41f2-afa5-4e5a56ad9fd4" providerId="ADAL" clId="{B906CCB2-0321-4ABC-9E64-8D2A85D7172B}" dt="2026-03-08T10:45:54.956" v="13597" actId="1076"/>
          <ac:spMkLst>
            <pc:docMk/>
            <pc:sldMk cId="467869221" sldId="280"/>
            <ac:spMk id="23" creationId="{321B0965-2BD4-4B2D-D5E1-51AB6047CF42}"/>
          </ac:spMkLst>
        </pc:spChg>
        <pc:spChg chg="add mod">
          <ac:chgData name="Adeline Kwa" userId="297c9b4f-ace7-41f2-afa5-4e5a56ad9fd4" providerId="ADAL" clId="{B906CCB2-0321-4ABC-9E64-8D2A85D7172B}" dt="2026-03-08T10:49:57.941" v="14030" actId="14100"/>
          <ac:spMkLst>
            <pc:docMk/>
            <pc:sldMk cId="467869221" sldId="280"/>
            <ac:spMk id="24" creationId="{5FE8D419-8DF8-A730-8689-224416AD9FBF}"/>
          </ac:spMkLst>
        </pc:spChg>
        <pc:graphicFrameChg chg="mod">
          <ac:chgData name="Adeline Kwa" userId="297c9b4f-ace7-41f2-afa5-4e5a56ad9fd4" providerId="ADAL" clId="{B906CCB2-0321-4ABC-9E64-8D2A85D7172B}" dt="2026-03-08T10:32:06.221" v="13306"/>
          <ac:graphicFrameMkLst>
            <pc:docMk/>
            <pc:sldMk cId="467869221" sldId="280"/>
            <ac:graphicFrameMk id="2" creationId="{F1466F0F-FF47-B697-ECC2-7AE52B7F291D}"/>
          </ac:graphicFrameMkLst>
        </pc:graphicFrameChg>
        <pc:picChg chg="add mod">
          <ac:chgData name="Adeline Kwa" userId="297c9b4f-ace7-41f2-afa5-4e5a56ad9fd4" providerId="ADAL" clId="{B906CCB2-0321-4ABC-9E64-8D2A85D7172B}" dt="2026-03-08T10:43:46.573" v="13540" actId="1076"/>
          <ac:picMkLst>
            <pc:docMk/>
            <pc:sldMk cId="467869221" sldId="280"/>
            <ac:picMk id="6" creationId="{DF36901C-E11F-4BC1-ADDE-617D5CB7D50F}"/>
          </ac:picMkLst>
        </pc:picChg>
        <pc:picChg chg="add mod">
          <ac:chgData name="Adeline Kwa" userId="297c9b4f-ace7-41f2-afa5-4e5a56ad9fd4" providerId="ADAL" clId="{B906CCB2-0321-4ABC-9E64-8D2A85D7172B}" dt="2026-03-08T10:43:03.693" v="13525" actId="1076"/>
          <ac:picMkLst>
            <pc:docMk/>
            <pc:sldMk cId="467869221" sldId="280"/>
            <ac:picMk id="15" creationId="{E9BF84EA-F201-8BA4-A65B-14E83010FB89}"/>
          </ac:picMkLst>
        </pc:picChg>
        <pc:picChg chg="add mod">
          <ac:chgData name="Adeline Kwa" userId="297c9b4f-ace7-41f2-afa5-4e5a56ad9fd4" providerId="ADAL" clId="{B906CCB2-0321-4ABC-9E64-8D2A85D7172B}" dt="2026-03-08T10:43:11.203" v="13528" actId="1076"/>
          <ac:picMkLst>
            <pc:docMk/>
            <pc:sldMk cId="467869221" sldId="280"/>
            <ac:picMk id="17" creationId="{FBE7F0AC-4EF8-BB61-A808-29D34AA30F7E}"/>
          </ac:picMkLst>
        </pc:picChg>
        <pc:picChg chg="add mod">
          <ac:chgData name="Adeline Kwa" userId="297c9b4f-ace7-41f2-afa5-4e5a56ad9fd4" providerId="ADAL" clId="{B906CCB2-0321-4ABC-9E64-8D2A85D7172B}" dt="2026-03-08T10:43:18.351" v="13531" actId="1076"/>
          <ac:picMkLst>
            <pc:docMk/>
            <pc:sldMk cId="467869221" sldId="280"/>
            <ac:picMk id="19" creationId="{A04B1D43-AE2E-2188-A005-B261FFB0DA4D}"/>
          </ac:picMkLst>
        </pc:picChg>
      </pc:sldChg>
      <pc:sldChg chg="addSp delSp modSp del mod">
        <pc:chgData name="Adeline Kwa" userId="297c9b4f-ace7-41f2-afa5-4e5a56ad9fd4" providerId="ADAL" clId="{B906CCB2-0321-4ABC-9E64-8D2A85D7172B}" dt="2026-03-08T10:27:26.877" v="13225" actId="47"/>
        <pc:sldMkLst>
          <pc:docMk/>
          <pc:sldMk cId="639264769" sldId="281"/>
        </pc:sldMkLst>
      </pc:sldChg>
      <pc:sldChg chg="del">
        <pc:chgData name="Adeline Kwa" userId="297c9b4f-ace7-41f2-afa5-4e5a56ad9fd4" providerId="ADAL" clId="{B906CCB2-0321-4ABC-9E64-8D2A85D7172B}" dt="2026-03-08T12:46:29.473" v="15442" actId="47"/>
        <pc:sldMkLst>
          <pc:docMk/>
          <pc:sldMk cId="2184472291" sldId="282"/>
        </pc:sldMkLst>
      </pc:sldChg>
      <pc:sldChg chg="del">
        <pc:chgData name="Adeline Kwa" userId="297c9b4f-ace7-41f2-afa5-4e5a56ad9fd4" providerId="ADAL" clId="{B906CCB2-0321-4ABC-9E64-8D2A85D7172B}" dt="2026-03-08T12:46:29.473" v="15442" actId="47"/>
        <pc:sldMkLst>
          <pc:docMk/>
          <pc:sldMk cId="1672017990" sldId="284"/>
        </pc:sldMkLst>
      </pc:sldChg>
      <pc:sldChg chg="del">
        <pc:chgData name="Adeline Kwa" userId="297c9b4f-ace7-41f2-afa5-4e5a56ad9fd4" providerId="ADAL" clId="{B906CCB2-0321-4ABC-9E64-8D2A85D7172B}" dt="2026-03-08T12:46:29.473" v="15442" actId="47"/>
        <pc:sldMkLst>
          <pc:docMk/>
          <pc:sldMk cId="4233691277" sldId="292"/>
        </pc:sldMkLst>
      </pc:sldChg>
      <pc:sldChg chg="del">
        <pc:chgData name="Adeline Kwa" userId="297c9b4f-ace7-41f2-afa5-4e5a56ad9fd4" providerId="ADAL" clId="{B906CCB2-0321-4ABC-9E64-8D2A85D7172B}" dt="2026-03-08T12:46:29.473" v="15442" actId="47"/>
        <pc:sldMkLst>
          <pc:docMk/>
          <pc:sldMk cId="4065379207" sldId="293"/>
        </pc:sldMkLst>
      </pc:sldChg>
      <pc:sldChg chg="del">
        <pc:chgData name="Adeline Kwa" userId="297c9b4f-ace7-41f2-afa5-4e5a56ad9fd4" providerId="ADAL" clId="{B906CCB2-0321-4ABC-9E64-8D2A85D7172B}" dt="2026-03-08T12:46:29.473" v="15442" actId="47"/>
        <pc:sldMkLst>
          <pc:docMk/>
          <pc:sldMk cId="2682409788" sldId="294"/>
        </pc:sldMkLst>
      </pc:sldChg>
      <pc:sldChg chg="del">
        <pc:chgData name="Adeline Kwa" userId="297c9b4f-ace7-41f2-afa5-4e5a56ad9fd4" providerId="ADAL" clId="{B906CCB2-0321-4ABC-9E64-8D2A85D7172B}" dt="2026-03-08T12:46:29.473" v="15442" actId="47"/>
        <pc:sldMkLst>
          <pc:docMk/>
          <pc:sldMk cId="1128564950" sldId="295"/>
        </pc:sldMkLst>
      </pc:sldChg>
      <pc:sldChg chg="del">
        <pc:chgData name="Adeline Kwa" userId="297c9b4f-ace7-41f2-afa5-4e5a56ad9fd4" providerId="ADAL" clId="{B906CCB2-0321-4ABC-9E64-8D2A85D7172B}" dt="2026-03-08T12:46:29.473" v="15442" actId="47"/>
        <pc:sldMkLst>
          <pc:docMk/>
          <pc:sldMk cId="3057653402" sldId="296"/>
        </pc:sldMkLst>
      </pc:sldChg>
      <pc:sldChg chg="del">
        <pc:chgData name="Adeline Kwa" userId="297c9b4f-ace7-41f2-afa5-4e5a56ad9fd4" providerId="ADAL" clId="{B906CCB2-0321-4ABC-9E64-8D2A85D7172B}" dt="2026-03-08T12:46:29.473" v="15442" actId="47"/>
        <pc:sldMkLst>
          <pc:docMk/>
          <pc:sldMk cId="1811952151" sldId="297"/>
        </pc:sldMkLst>
      </pc:sldChg>
      <pc:sldChg chg="del">
        <pc:chgData name="Adeline Kwa" userId="297c9b4f-ace7-41f2-afa5-4e5a56ad9fd4" providerId="ADAL" clId="{B906CCB2-0321-4ABC-9E64-8D2A85D7172B}" dt="2026-03-08T12:46:29.473" v="15442" actId="47"/>
        <pc:sldMkLst>
          <pc:docMk/>
          <pc:sldMk cId="3820747189" sldId="298"/>
        </pc:sldMkLst>
      </pc:sldChg>
      <pc:sldChg chg="del">
        <pc:chgData name="Adeline Kwa" userId="297c9b4f-ace7-41f2-afa5-4e5a56ad9fd4" providerId="ADAL" clId="{B906CCB2-0321-4ABC-9E64-8D2A85D7172B}" dt="2026-03-08T12:46:29.473" v="15442" actId="47"/>
        <pc:sldMkLst>
          <pc:docMk/>
          <pc:sldMk cId="2402779209" sldId="299"/>
        </pc:sldMkLst>
      </pc:sldChg>
      <pc:sldChg chg="del">
        <pc:chgData name="Adeline Kwa" userId="297c9b4f-ace7-41f2-afa5-4e5a56ad9fd4" providerId="ADAL" clId="{B906CCB2-0321-4ABC-9E64-8D2A85D7172B}" dt="2026-03-08T12:46:29.473" v="15442" actId="47"/>
        <pc:sldMkLst>
          <pc:docMk/>
          <pc:sldMk cId="2301701810" sldId="300"/>
        </pc:sldMkLst>
      </pc:sldChg>
      <pc:sldChg chg="del">
        <pc:chgData name="Adeline Kwa" userId="297c9b4f-ace7-41f2-afa5-4e5a56ad9fd4" providerId="ADAL" clId="{B906CCB2-0321-4ABC-9E64-8D2A85D7172B}" dt="2026-03-08T12:46:29.473" v="15442" actId="47"/>
        <pc:sldMkLst>
          <pc:docMk/>
          <pc:sldMk cId="4105842558" sldId="301"/>
        </pc:sldMkLst>
      </pc:sldChg>
      <pc:sldChg chg="del">
        <pc:chgData name="Adeline Kwa" userId="297c9b4f-ace7-41f2-afa5-4e5a56ad9fd4" providerId="ADAL" clId="{B906CCB2-0321-4ABC-9E64-8D2A85D7172B}" dt="2026-03-08T12:46:29.473" v="15442" actId="47"/>
        <pc:sldMkLst>
          <pc:docMk/>
          <pc:sldMk cId="2342361456" sldId="302"/>
        </pc:sldMkLst>
      </pc:sldChg>
      <pc:sldChg chg="del">
        <pc:chgData name="Adeline Kwa" userId="297c9b4f-ace7-41f2-afa5-4e5a56ad9fd4" providerId="ADAL" clId="{B906CCB2-0321-4ABC-9E64-8D2A85D7172B}" dt="2026-03-08T12:46:29.473" v="15442" actId="47"/>
        <pc:sldMkLst>
          <pc:docMk/>
          <pc:sldMk cId="34196550" sldId="303"/>
        </pc:sldMkLst>
      </pc:sldChg>
      <pc:sldChg chg="del">
        <pc:chgData name="Adeline Kwa" userId="297c9b4f-ace7-41f2-afa5-4e5a56ad9fd4" providerId="ADAL" clId="{B906CCB2-0321-4ABC-9E64-8D2A85D7172B}" dt="2026-03-08T12:46:29.473" v="15442" actId="47"/>
        <pc:sldMkLst>
          <pc:docMk/>
          <pc:sldMk cId="3596651445" sldId="304"/>
        </pc:sldMkLst>
      </pc:sldChg>
      <pc:sldChg chg="del">
        <pc:chgData name="Adeline Kwa" userId="297c9b4f-ace7-41f2-afa5-4e5a56ad9fd4" providerId="ADAL" clId="{B906CCB2-0321-4ABC-9E64-8D2A85D7172B}" dt="2026-03-08T12:46:29.473" v="15442" actId="47"/>
        <pc:sldMkLst>
          <pc:docMk/>
          <pc:sldMk cId="2508786835" sldId="305"/>
        </pc:sldMkLst>
      </pc:sldChg>
      <pc:sldChg chg="del">
        <pc:chgData name="Adeline Kwa" userId="297c9b4f-ace7-41f2-afa5-4e5a56ad9fd4" providerId="ADAL" clId="{B906CCB2-0321-4ABC-9E64-8D2A85D7172B}" dt="2026-03-08T12:46:29.473" v="15442" actId="47"/>
        <pc:sldMkLst>
          <pc:docMk/>
          <pc:sldMk cId="571249074" sldId="306"/>
        </pc:sldMkLst>
      </pc:sldChg>
      <pc:sldChg chg="del">
        <pc:chgData name="Adeline Kwa" userId="297c9b4f-ace7-41f2-afa5-4e5a56ad9fd4" providerId="ADAL" clId="{B906CCB2-0321-4ABC-9E64-8D2A85D7172B}" dt="2026-03-08T12:46:29.473" v="15442" actId="47"/>
        <pc:sldMkLst>
          <pc:docMk/>
          <pc:sldMk cId="1013319982" sldId="307"/>
        </pc:sldMkLst>
      </pc:sldChg>
      <pc:sldChg chg="del">
        <pc:chgData name="Adeline Kwa" userId="297c9b4f-ace7-41f2-afa5-4e5a56ad9fd4" providerId="ADAL" clId="{B906CCB2-0321-4ABC-9E64-8D2A85D7172B}" dt="2026-03-08T12:46:29.473" v="15442" actId="47"/>
        <pc:sldMkLst>
          <pc:docMk/>
          <pc:sldMk cId="1031503991" sldId="308"/>
        </pc:sldMkLst>
      </pc:sldChg>
      <pc:sldChg chg="del">
        <pc:chgData name="Adeline Kwa" userId="297c9b4f-ace7-41f2-afa5-4e5a56ad9fd4" providerId="ADAL" clId="{B906CCB2-0321-4ABC-9E64-8D2A85D7172B}" dt="2026-03-08T12:46:29.473" v="15442" actId="47"/>
        <pc:sldMkLst>
          <pc:docMk/>
          <pc:sldMk cId="3107211391" sldId="309"/>
        </pc:sldMkLst>
      </pc:sldChg>
      <pc:sldChg chg="del">
        <pc:chgData name="Adeline Kwa" userId="297c9b4f-ace7-41f2-afa5-4e5a56ad9fd4" providerId="ADAL" clId="{B906CCB2-0321-4ABC-9E64-8D2A85D7172B}" dt="2026-03-08T12:46:29.473" v="15442" actId="47"/>
        <pc:sldMkLst>
          <pc:docMk/>
          <pc:sldMk cId="1299198278" sldId="310"/>
        </pc:sldMkLst>
      </pc:sldChg>
      <pc:sldChg chg="del">
        <pc:chgData name="Adeline Kwa" userId="297c9b4f-ace7-41f2-afa5-4e5a56ad9fd4" providerId="ADAL" clId="{B906CCB2-0321-4ABC-9E64-8D2A85D7172B}" dt="2026-03-08T12:46:29.473" v="15442" actId="47"/>
        <pc:sldMkLst>
          <pc:docMk/>
          <pc:sldMk cId="382836147" sldId="311"/>
        </pc:sldMkLst>
      </pc:sldChg>
      <pc:sldChg chg="del">
        <pc:chgData name="Adeline Kwa" userId="297c9b4f-ace7-41f2-afa5-4e5a56ad9fd4" providerId="ADAL" clId="{B906CCB2-0321-4ABC-9E64-8D2A85D7172B}" dt="2026-03-08T12:46:29.473" v="15442" actId="47"/>
        <pc:sldMkLst>
          <pc:docMk/>
          <pc:sldMk cId="112183618" sldId="312"/>
        </pc:sldMkLst>
      </pc:sldChg>
      <pc:sldChg chg="del">
        <pc:chgData name="Adeline Kwa" userId="297c9b4f-ace7-41f2-afa5-4e5a56ad9fd4" providerId="ADAL" clId="{B906CCB2-0321-4ABC-9E64-8D2A85D7172B}" dt="2026-03-08T12:46:29.473" v="15442" actId="47"/>
        <pc:sldMkLst>
          <pc:docMk/>
          <pc:sldMk cId="965347560" sldId="313"/>
        </pc:sldMkLst>
      </pc:sldChg>
      <pc:sldChg chg="del">
        <pc:chgData name="Adeline Kwa" userId="297c9b4f-ace7-41f2-afa5-4e5a56ad9fd4" providerId="ADAL" clId="{B906CCB2-0321-4ABC-9E64-8D2A85D7172B}" dt="2026-03-08T12:46:29.473" v="15442" actId="47"/>
        <pc:sldMkLst>
          <pc:docMk/>
          <pc:sldMk cId="2325244004" sldId="314"/>
        </pc:sldMkLst>
      </pc:sldChg>
      <pc:sldChg chg="del">
        <pc:chgData name="Adeline Kwa" userId="297c9b4f-ace7-41f2-afa5-4e5a56ad9fd4" providerId="ADAL" clId="{B906CCB2-0321-4ABC-9E64-8D2A85D7172B}" dt="2026-03-08T12:46:29.473" v="15442" actId="47"/>
        <pc:sldMkLst>
          <pc:docMk/>
          <pc:sldMk cId="1358349047" sldId="315"/>
        </pc:sldMkLst>
      </pc:sldChg>
      <pc:sldChg chg="addSp delSp modSp new mod modClrScheme chgLayout">
        <pc:chgData name="Adeline Kwa" userId="297c9b4f-ace7-41f2-afa5-4e5a56ad9fd4" providerId="ADAL" clId="{B906CCB2-0321-4ABC-9E64-8D2A85D7172B}" dt="2026-03-08T12:47:45.494" v="15476" actId="20577"/>
        <pc:sldMkLst>
          <pc:docMk/>
          <pc:sldMk cId="3005171639" sldId="316"/>
        </pc:sldMkLst>
        <pc:spChg chg="del mod ord">
          <ac:chgData name="Adeline Kwa" userId="297c9b4f-ace7-41f2-afa5-4e5a56ad9fd4" providerId="ADAL" clId="{B906CCB2-0321-4ABC-9E64-8D2A85D7172B}" dt="2026-03-08T10:39:06.085" v="13497" actId="700"/>
          <ac:spMkLst>
            <pc:docMk/>
            <pc:sldMk cId="3005171639" sldId="316"/>
            <ac:spMk id="2" creationId="{06AB8D28-3CE9-B270-E8E8-16E8BDC67496}"/>
          </ac:spMkLst>
        </pc:spChg>
        <pc:spChg chg="del">
          <ac:chgData name="Adeline Kwa" userId="297c9b4f-ace7-41f2-afa5-4e5a56ad9fd4" providerId="ADAL" clId="{B906CCB2-0321-4ABC-9E64-8D2A85D7172B}" dt="2026-03-08T10:39:06.085" v="13497" actId="700"/>
          <ac:spMkLst>
            <pc:docMk/>
            <pc:sldMk cId="3005171639" sldId="316"/>
            <ac:spMk id="3" creationId="{05A00100-5F20-5E7A-B5C7-BAFD16485F2D}"/>
          </ac:spMkLst>
        </pc:spChg>
        <pc:spChg chg="del mod ord">
          <ac:chgData name="Adeline Kwa" userId="297c9b4f-ace7-41f2-afa5-4e5a56ad9fd4" providerId="ADAL" clId="{B906CCB2-0321-4ABC-9E64-8D2A85D7172B}" dt="2026-03-08T10:39:06.085" v="13497" actId="700"/>
          <ac:spMkLst>
            <pc:docMk/>
            <pc:sldMk cId="3005171639" sldId="316"/>
            <ac:spMk id="4" creationId="{6C6C188B-9B99-5226-B926-638751854425}"/>
          </ac:spMkLst>
        </pc:spChg>
        <pc:spChg chg="add mod ord">
          <ac:chgData name="Adeline Kwa" userId="297c9b4f-ace7-41f2-afa5-4e5a56ad9fd4" providerId="ADAL" clId="{B906CCB2-0321-4ABC-9E64-8D2A85D7172B}" dt="2026-03-08T10:46:28.372" v="13605" actId="14100"/>
          <ac:spMkLst>
            <pc:docMk/>
            <pc:sldMk cId="3005171639" sldId="316"/>
            <ac:spMk id="5" creationId="{B07BA21B-3E1B-D31F-ABBB-67001BFE41A5}"/>
          </ac:spMkLst>
        </pc:spChg>
        <pc:spChg chg="add mod ord">
          <ac:chgData name="Adeline Kwa" userId="297c9b4f-ace7-41f2-afa5-4e5a56ad9fd4" providerId="ADAL" clId="{B906CCB2-0321-4ABC-9E64-8D2A85D7172B}" dt="2026-03-08T10:39:06.085" v="13497" actId="700"/>
          <ac:spMkLst>
            <pc:docMk/>
            <pc:sldMk cId="3005171639" sldId="316"/>
            <ac:spMk id="6" creationId="{9BB996C4-3DC2-8717-F4E7-71EDC41DDC5D}"/>
          </ac:spMkLst>
        </pc:spChg>
        <pc:spChg chg="add mod">
          <ac:chgData name="Adeline Kwa" userId="297c9b4f-ace7-41f2-afa5-4e5a56ad9fd4" providerId="ADAL" clId="{B906CCB2-0321-4ABC-9E64-8D2A85D7172B}" dt="2026-03-08T12:47:45.494" v="15476" actId="20577"/>
          <ac:spMkLst>
            <pc:docMk/>
            <pc:sldMk cId="3005171639" sldId="316"/>
            <ac:spMk id="12" creationId="{7554F1DE-0D9D-F3F0-F1B9-398E63F12F96}"/>
          </ac:spMkLst>
        </pc:spChg>
        <pc:graphicFrameChg chg="add mod ord modVis">
          <ac:chgData name="Adeline Kwa" userId="297c9b4f-ace7-41f2-afa5-4e5a56ad9fd4" providerId="ADAL" clId="{B906CCB2-0321-4ABC-9E64-8D2A85D7172B}" dt="2026-03-08T10:46:28.942" v="13607"/>
          <ac:graphicFrameMkLst>
            <pc:docMk/>
            <pc:sldMk cId="3005171639" sldId="316"/>
            <ac:graphicFrameMk id="7" creationId="{ABA69EE5-AF9F-A7C4-C7AD-77A7D6A2FEE6}"/>
          </ac:graphicFrameMkLst>
        </pc:graphicFrameChg>
        <pc:picChg chg="add del">
          <ac:chgData name="Adeline Kwa" userId="297c9b4f-ace7-41f2-afa5-4e5a56ad9fd4" providerId="ADAL" clId="{B906CCB2-0321-4ABC-9E64-8D2A85D7172B}" dt="2026-03-08T12:46:22.100" v="15441" actId="478"/>
          <ac:picMkLst>
            <pc:docMk/>
            <pc:sldMk cId="3005171639" sldId="316"/>
            <ac:picMk id="9" creationId="{95BE2B2E-6005-3113-0EA3-73F70222F830}"/>
          </ac:picMkLst>
        </pc:picChg>
        <pc:picChg chg="add">
          <ac:chgData name="Adeline Kwa" userId="297c9b4f-ace7-41f2-afa5-4e5a56ad9fd4" providerId="ADAL" clId="{B906CCB2-0321-4ABC-9E64-8D2A85D7172B}" dt="2026-03-08T12:47:13.070" v="15447" actId="22"/>
          <ac:picMkLst>
            <pc:docMk/>
            <pc:sldMk cId="3005171639" sldId="316"/>
            <ac:picMk id="11" creationId="{C2D6FEB1-7C20-2CB4-6C36-AC6512A71BEA}"/>
          </ac:picMkLst>
        </pc:picChg>
      </pc:sldChg>
      <pc:sldChg chg="addSp delSp modSp add mod">
        <pc:chgData name="Adeline Kwa" userId="297c9b4f-ace7-41f2-afa5-4e5a56ad9fd4" providerId="ADAL" clId="{B906CCB2-0321-4ABC-9E64-8D2A85D7172B}" dt="2026-03-08T11:09:17.966" v="14992" actId="1076"/>
        <pc:sldMkLst>
          <pc:docMk/>
          <pc:sldMk cId="788109220" sldId="317"/>
        </pc:sldMkLst>
        <pc:spChg chg="mod">
          <ac:chgData name="Adeline Kwa" userId="297c9b4f-ace7-41f2-afa5-4e5a56ad9fd4" providerId="ADAL" clId="{B906CCB2-0321-4ABC-9E64-8D2A85D7172B}" dt="2026-03-08T10:49:03.581" v="13917" actId="948"/>
          <ac:spMkLst>
            <pc:docMk/>
            <pc:sldMk cId="788109220" sldId="317"/>
            <ac:spMk id="3" creationId="{B317CF48-F24E-6525-ECE8-A451A3835E31}"/>
          </ac:spMkLst>
        </pc:spChg>
        <pc:spChg chg="mod">
          <ac:chgData name="Adeline Kwa" userId="297c9b4f-ace7-41f2-afa5-4e5a56ad9fd4" providerId="ADAL" clId="{B906CCB2-0321-4ABC-9E64-8D2A85D7172B}" dt="2026-03-08T10:48:02.204" v="13777" actId="14100"/>
          <ac:spMkLst>
            <pc:docMk/>
            <pc:sldMk cId="788109220" sldId="317"/>
            <ac:spMk id="7" creationId="{8096E220-BD07-C91D-6E5E-B02053ABB608}"/>
          </ac:spMkLst>
        </pc:spChg>
        <pc:spChg chg="del">
          <ac:chgData name="Adeline Kwa" userId="297c9b4f-ace7-41f2-afa5-4e5a56ad9fd4" providerId="ADAL" clId="{B906CCB2-0321-4ABC-9E64-8D2A85D7172B}" dt="2026-03-08T10:53:31.683" v="14228" actId="478"/>
          <ac:spMkLst>
            <pc:docMk/>
            <pc:sldMk cId="788109220" sldId="317"/>
            <ac:spMk id="8" creationId="{B2588FE6-822D-D4F6-D6CA-01835F385E18}"/>
          </ac:spMkLst>
        </pc:spChg>
        <pc:spChg chg="mod">
          <ac:chgData name="Adeline Kwa" userId="297c9b4f-ace7-41f2-afa5-4e5a56ad9fd4" providerId="ADAL" clId="{B906CCB2-0321-4ABC-9E64-8D2A85D7172B}" dt="2026-03-08T10:52:13.150" v="14192" actId="20577"/>
          <ac:spMkLst>
            <pc:docMk/>
            <pc:sldMk cId="788109220" sldId="317"/>
            <ac:spMk id="9" creationId="{19FAD49F-53AD-0B8C-600C-10A856F72607}"/>
          </ac:spMkLst>
        </pc:spChg>
        <pc:spChg chg="del">
          <ac:chgData name="Adeline Kwa" userId="297c9b4f-ace7-41f2-afa5-4e5a56ad9fd4" providerId="ADAL" clId="{B906CCB2-0321-4ABC-9E64-8D2A85D7172B}" dt="2026-03-08T10:52:22.671" v="14193" actId="478"/>
          <ac:spMkLst>
            <pc:docMk/>
            <pc:sldMk cId="788109220" sldId="317"/>
            <ac:spMk id="10" creationId="{23FA9EA0-F8CD-86B1-755F-EBFD46E73A56}"/>
          </ac:spMkLst>
        </pc:spChg>
        <pc:spChg chg="del">
          <ac:chgData name="Adeline Kwa" userId="297c9b4f-ace7-41f2-afa5-4e5a56ad9fd4" providerId="ADAL" clId="{B906CCB2-0321-4ABC-9E64-8D2A85D7172B}" dt="2026-03-08T10:52:22.671" v="14193" actId="478"/>
          <ac:spMkLst>
            <pc:docMk/>
            <pc:sldMk cId="788109220" sldId="317"/>
            <ac:spMk id="11" creationId="{C86F6A10-7110-F806-E9A0-7DFA5C412DC3}"/>
          </ac:spMkLst>
        </pc:spChg>
        <pc:spChg chg="del">
          <ac:chgData name="Adeline Kwa" userId="297c9b4f-ace7-41f2-afa5-4e5a56ad9fd4" providerId="ADAL" clId="{B906CCB2-0321-4ABC-9E64-8D2A85D7172B}" dt="2026-03-08T10:52:22.671" v="14193" actId="478"/>
          <ac:spMkLst>
            <pc:docMk/>
            <pc:sldMk cId="788109220" sldId="317"/>
            <ac:spMk id="12" creationId="{03616CA2-AFB6-41DA-952B-8FF11AE18B25}"/>
          </ac:spMkLst>
        </pc:spChg>
        <pc:spChg chg="del">
          <ac:chgData name="Adeline Kwa" userId="297c9b4f-ace7-41f2-afa5-4e5a56ad9fd4" providerId="ADAL" clId="{B906CCB2-0321-4ABC-9E64-8D2A85D7172B}" dt="2026-03-08T10:52:22.671" v="14193" actId="478"/>
          <ac:spMkLst>
            <pc:docMk/>
            <pc:sldMk cId="788109220" sldId="317"/>
            <ac:spMk id="13" creationId="{E3B49901-CD1B-F79A-194A-9095FC0DABE2}"/>
          </ac:spMkLst>
        </pc:spChg>
        <pc:spChg chg="add del mod modVis">
          <ac:chgData name="Adeline Kwa" userId="297c9b4f-ace7-41f2-afa5-4e5a56ad9fd4" providerId="ADAL" clId="{B906CCB2-0321-4ABC-9E64-8D2A85D7172B}" dt="2026-03-08T10:48:33.385" v="13823"/>
          <ac:spMkLst>
            <pc:docMk/>
            <pc:sldMk cId="788109220" sldId="317"/>
            <ac:spMk id="14" creationId="{FF79A0C9-3510-020F-B5FE-AAA7209E0F14}"/>
          </ac:spMkLst>
        </pc:spChg>
        <pc:spChg chg="add del mod modVis">
          <ac:chgData name="Adeline Kwa" userId="297c9b4f-ace7-41f2-afa5-4e5a56ad9fd4" providerId="ADAL" clId="{B906CCB2-0321-4ABC-9E64-8D2A85D7172B}" dt="2026-03-08T10:48:39.572" v="13850"/>
          <ac:spMkLst>
            <pc:docMk/>
            <pc:sldMk cId="788109220" sldId="317"/>
            <ac:spMk id="16" creationId="{4EE359C7-4684-EEBE-317F-B6EB11E647B0}"/>
          </ac:spMkLst>
        </pc:spChg>
        <pc:spChg chg="add del mod modVis">
          <ac:chgData name="Adeline Kwa" userId="297c9b4f-ace7-41f2-afa5-4e5a56ad9fd4" providerId="ADAL" clId="{B906CCB2-0321-4ABC-9E64-8D2A85D7172B}" dt="2026-03-08T10:48:46.768" v="13884"/>
          <ac:spMkLst>
            <pc:docMk/>
            <pc:sldMk cId="788109220" sldId="317"/>
            <ac:spMk id="18" creationId="{8202108F-FDD8-A6D9-D02B-41D708815D4F}"/>
          </ac:spMkLst>
        </pc:spChg>
        <pc:spChg chg="del">
          <ac:chgData name="Adeline Kwa" userId="297c9b4f-ace7-41f2-afa5-4e5a56ad9fd4" providerId="ADAL" clId="{B906CCB2-0321-4ABC-9E64-8D2A85D7172B}" dt="2026-03-08T10:48:55.542" v="13914" actId="478"/>
          <ac:spMkLst>
            <pc:docMk/>
            <pc:sldMk cId="788109220" sldId="317"/>
            <ac:spMk id="20" creationId="{EF1FA610-4C8A-981C-818A-10084A5F2D95}"/>
          </ac:spMkLst>
        </pc:spChg>
        <pc:spChg chg="del">
          <ac:chgData name="Adeline Kwa" userId="297c9b4f-ace7-41f2-afa5-4e5a56ad9fd4" providerId="ADAL" clId="{B906CCB2-0321-4ABC-9E64-8D2A85D7172B}" dt="2026-03-08T10:52:22.671" v="14193" actId="478"/>
          <ac:spMkLst>
            <pc:docMk/>
            <pc:sldMk cId="788109220" sldId="317"/>
            <ac:spMk id="21" creationId="{FFE8E3F4-47F9-3269-266D-92216C59D4C8}"/>
          </ac:spMkLst>
        </pc:spChg>
        <pc:spChg chg="del">
          <ac:chgData name="Adeline Kwa" userId="297c9b4f-ace7-41f2-afa5-4e5a56ad9fd4" providerId="ADAL" clId="{B906CCB2-0321-4ABC-9E64-8D2A85D7172B}" dt="2026-03-08T10:52:22.671" v="14193" actId="478"/>
          <ac:spMkLst>
            <pc:docMk/>
            <pc:sldMk cId="788109220" sldId="317"/>
            <ac:spMk id="22" creationId="{9DD01478-C7E0-1694-202E-01EDCA0BF987}"/>
          </ac:spMkLst>
        </pc:spChg>
        <pc:spChg chg="del">
          <ac:chgData name="Adeline Kwa" userId="297c9b4f-ace7-41f2-afa5-4e5a56ad9fd4" providerId="ADAL" clId="{B906CCB2-0321-4ABC-9E64-8D2A85D7172B}" dt="2026-03-08T10:52:22.671" v="14193" actId="478"/>
          <ac:spMkLst>
            <pc:docMk/>
            <pc:sldMk cId="788109220" sldId="317"/>
            <ac:spMk id="23" creationId="{2477FFB4-E937-53E7-6C7C-2EB273F30CD0}"/>
          </ac:spMkLst>
        </pc:spChg>
        <pc:spChg chg="add del mod modVis">
          <ac:chgData name="Adeline Kwa" userId="297c9b4f-ace7-41f2-afa5-4e5a56ad9fd4" providerId="ADAL" clId="{B906CCB2-0321-4ABC-9E64-8D2A85D7172B}" dt="2026-03-08T10:48:50.666" v="13911"/>
          <ac:spMkLst>
            <pc:docMk/>
            <pc:sldMk cId="788109220" sldId="317"/>
            <ac:spMk id="24" creationId="{D51CFAE7-A06C-D5CD-E4BA-5F1F773B5D1F}"/>
          </ac:spMkLst>
        </pc:spChg>
        <pc:spChg chg="add del mod modVis">
          <ac:chgData name="Adeline Kwa" userId="297c9b4f-ace7-41f2-afa5-4e5a56ad9fd4" providerId="ADAL" clId="{B906CCB2-0321-4ABC-9E64-8D2A85D7172B}" dt="2026-03-08T10:49:03.607" v="13940"/>
          <ac:spMkLst>
            <pc:docMk/>
            <pc:sldMk cId="788109220" sldId="317"/>
            <ac:spMk id="25" creationId="{FD1AD9AD-56D9-39AB-9BEE-E0FC9E5C6650}"/>
          </ac:spMkLst>
        </pc:spChg>
        <pc:spChg chg="add mod">
          <ac:chgData name="Adeline Kwa" userId="297c9b4f-ace7-41f2-afa5-4e5a56ad9fd4" providerId="ADAL" clId="{B906CCB2-0321-4ABC-9E64-8D2A85D7172B}" dt="2026-03-08T10:50:09.961" v="14054" actId="20577"/>
          <ac:spMkLst>
            <pc:docMk/>
            <pc:sldMk cId="788109220" sldId="317"/>
            <ac:spMk id="26" creationId="{1414CCE0-CEDD-FB71-837B-801657A627FF}"/>
          </ac:spMkLst>
        </pc:spChg>
        <pc:spChg chg="add mod">
          <ac:chgData name="Adeline Kwa" userId="297c9b4f-ace7-41f2-afa5-4e5a56ad9fd4" providerId="ADAL" clId="{B906CCB2-0321-4ABC-9E64-8D2A85D7172B}" dt="2026-03-08T10:53:59.970" v="14233" actId="1076"/>
          <ac:spMkLst>
            <pc:docMk/>
            <pc:sldMk cId="788109220" sldId="317"/>
            <ac:spMk id="29" creationId="{3E141858-69AF-E5E5-16C9-8B3516A377D4}"/>
          </ac:spMkLst>
        </pc:spChg>
        <pc:spChg chg="add mod">
          <ac:chgData name="Adeline Kwa" userId="297c9b4f-ace7-41f2-afa5-4e5a56ad9fd4" providerId="ADAL" clId="{B906CCB2-0321-4ABC-9E64-8D2A85D7172B}" dt="2026-03-08T10:54:05.820" v="14236" actId="1076"/>
          <ac:spMkLst>
            <pc:docMk/>
            <pc:sldMk cId="788109220" sldId="317"/>
            <ac:spMk id="30" creationId="{0AF95CD3-0958-9690-3F7F-68490DD6B05F}"/>
          </ac:spMkLst>
        </pc:spChg>
        <pc:spChg chg="add mod">
          <ac:chgData name="Adeline Kwa" userId="297c9b4f-ace7-41f2-afa5-4e5a56ad9fd4" providerId="ADAL" clId="{B906CCB2-0321-4ABC-9E64-8D2A85D7172B}" dt="2026-03-08T10:54:06.918" v="14237" actId="1076"/>
          <ac:spMkLst>
            <pc:docMk/>
            <pc:sldMk cId="788109220" sldId="317"/>
            <ac:spMk id="31" creationId="{055BE1BB-8E2E-CE70-9A94-F5267650C82A}"/>
          </ac:spMkLst>
        </pc:spChg>
        <pc:spChg chg="add mod">
          <ac:chgData name="Adeline Kwa" userId="297c9b4f-ace7-41f2-afa5-4e5a56ad9fd4" providerId="ADAL" clId="{B906CCB2-0321-4ABC-9E64-8D2A85D7172B}" dt="2026-03-08T10:54:08.750" v="14239" actId="1076"/>
          <ac:spMkLst>
            <pc:docMk/>
            <pc:sldMk cId="788109220" sldId="317"/>
            <ac:spMk id="32" creationId="{ABD34EEE-48DF-6A5B-9D06-75880D7AABA3}"/>
          </ac:spMkLst>
        </pc:spChg>
        <pc:spChg chg="add mod">
          <ac:chgData name="Adeline Kwa" userId="297c9b4f-ace7-41f2-afa5-4e5a56ad9fd4" providerId="ADAL" clId="{B906CCB2-0321-4ABC-9E64-8D2A85D7172B}" dt="2026-03-08T10:54:30.270" v="14282" actId="14100"/>
          <ac:spMkLst>
            <pc:docMk/>
            <pc:sldMk cId="788109220" sldId="317"/>
            <ac:spMk id="33" creationId="{8B30D196-0DAC-5A03-0D36-9EFF6DD6C67E}"/>
          </ac:spMkLst>
        </pc:spChg>
        <pc:spChg chg="add mod">
          <ac:chgData name="Adeline Kwa" userId="297c9b4f-ace7-41f2-afa5-4e5a56ad9fd4" providerId="ADAL" clId="{B906CCB2-0321-4ABC-9E64-8D2A85D7172B}" dt="2026-03-08T10:55:08.228" v="14340" actId="14100"/>
          <ac:spMkLst>
            <pc:docMk/>
            <pc:sldMk cId="788109220" sldId="317"/>
            <ac:spMk id="34" creationId="{8F9BC04D-AC69-0502-E298-9BA99962CAB4}"/>
          </ac:spMkLst>
        </pc:spChg>
        <pc:spChg chg="add mod">
          <ac:chgData name="Adeline Kwa" userId="297c9b4f-ace7-41f2-afa5-4e5a56ad9fd4" providerId="ADAL" clId="{B906CCB2-0321-4ABC-9E64-8D2A85D7172B}" dt="2026-03-08T10:56:20.211" v="14460" actId="14100"/>
          <ac:spMkLst>
            <pc:docMk/>
            <pc:sldMk cId="788109220" sldId="317"/>
            <ac:spMk id="35" creationId="{999CCE59-E07C-3CBA-BE4F-FB1794E492D1}"/>
          </ac:spMkLst>
        </pc:spChg>
        <pc:spChg chg="add mod">
          <ac:chgData name="Adeline Kwa" userId="297c9b4f-ace7-41f2-afa5-4e5a56ad9fd4" providerId="ADAL" clId="{B906CCB2-0321-4ABC-9E64-8D2A85D7172B}" dt="2026-03-08T10:55:39.760" v="14381" actId="1076"/>
          <ac:spMkLst>
            <pc:docMk/>
            <pc:sldMk cId="788109220" sldId="317"/>
            <ac:spMk id="36" creationId="{F8234124-B41C-3C61-DCD8-CAFA98857D0E}"/>
          </ac:spMkLst>
        </pc:spChg>
        <pc:spChg chg="add mod">
          <ac:chgData name="Adeline Kwa" userId="297c9b4f-ace7-41f2-afa5-4e5a56ad9fd4" providerId="ADAL" clId="{B906CCB2-0321-4ABC-9E64-8D2A85D7172B}" dt="2026-03-08T10:57:18.169" v="14574" actId="20577"/>
          <ac:spMkLst>
            <pc:docMk/>
            <pc:sldMk cId="788109220" sldId="317"/>
            <ac:spMk id="37" creationId="{3A80AFB9-5765-6A0F-008C-D8C79F20A928}"/>
          </ac:spMkLst>
        </pc:spChg>
        <pc:spChg chg="add mod">
          <ac:chgData name="Adeline Kwa" userId="297c9b4f-ace7-41f2-afa5-4e5a56ad9fd4" providerId="ADAL" clId="{B906CCB2-0321-4ABC-9E64-8D2A85D7172B}" dt="2026-03-08T10:56:48.370" v="14511" actId="20577"/>
          <ac:spMkLst>
            <pc:docMk/>
            <pc:sldMk cId="788109220" sldId="317"/>
            <ac:spMk id="38" creationId="{71ED7E00-7B05-0541-932D-AB88C14181DF}"/>
          </ac:spMkLst>
        </pc:spChg>
        <pc:spChg chg="add mod">
          <ac:chgData name="Adeline Kwa" userId="297c9b4f-ace7-41f2-afa5-4e5a56ad9fd4" providerId="ADAL" clId="{B906CCB2-0321-4ABC-9E64-8D2A85D7172B}" dt="2026-03-08T10:57:28.004" v="14576" actId="1076"/>
          <ac:spMkLst>
            <pc:docMk/>
            <pc:sldMk cId="788109220" sldId="317"/>
            <ac:spMk id="39" creationId="{9C3F6446-DBCF-9A4A-F59B-D552F5716BF7}"/>
          </ac:spMkLst>
        </pc:spChg>
        <pc:spChg chg="add mod">
          <ac:chgData name="Adeline Kwa" userId="297c9b4f-ace7-41f2-afa5-4e5a56ad9fd4" providerId="ADAL" clId="{B906CCB2-0321-4ABC-9E64-8D2A85D7172B}" dt="2026-03-08T10:57:29.999" v="14578" actId="1076"/>
          <ac:spMkLst>
            <pc:docMk/>
            <pc:sldMk cId="788109220" sldId="317"/>
            <ac:spMk id="40" creationId="{C5F505CC-E5F2-439A-5CDD-67D337310518}"/>
          </ac:spMkLst>
        </pc:spChg>
        <pc:spChg chg="add mod">
          <ac:chgData name="Adeline Kwa" userId="297c9b4f-ace7-41f2-afa5-4e5a56ad9fd4" providerId="ADAL" clId="{B906CCB2-0321-4ABC-9E64-8D2A85D7172B}" dt="2026-03-08T10:57:30.289" v="14579"/>
          <ac:spMkLst>
            <pc:docMk/>
            <pc:sldMk cId="788109220" sldId="317"/>
            <ac:spMk id="41" creationId="{CA8847DC-3585-B963-37C2-5A087ED158C7}"/>
          </ac:spMkLst>
        </pc:spChg>
        <pc:spChg chg="add mod">
          <ac:chgData name="Adeline Kwa" userId="297c9b4f-ace7-41f2-afa5-4e5a56ad9fd4" providerId="ADAL" clId="{B906CCB2-0321-4ABC-9E64-8D2A85D7172B}" dt="2026-03-08T10:57:41.779" v="14582" actId="207"/>
          <ac:spMkLst>
            <pc:docMk/>
            <pc:sldMk cId="788109220" sldId="317"/>
            <ac:spMk id="42" creationId="{012DFB1D-E836-1745-170C-A85657D966E5}"/>
          </ac:spMkLst>
        </pc:spChg>
        <pc:spChg chg="add mod">
          <ac:chgData name="Adeline Kwa" userId="297c9b4f-ace7-41f2-afa5-4e5a56ad9fd4" providerId="ADAL" clId="{B906CCB2-0321-4ABC-9E64-8D2A85D7172B}" dt="2026-03-08T10:57:46.679" v="14585" actId="1076"/>
          <ac:spMkLst>
            <pc:docMk/>
            <pc:sldMk cId="788109220" sldId="317"/>
            <ac:spMk id="43" creationId="{9F04E2B3-0525-893D-5091-90494BB7812C}"/>
          </ac:spMkLst>
        </pc:spChg>
        <pc:spChg chg="add mod">
          <ac:chgData name="Adeline Kwa" userId="297c9b4f-ace7-41f2-afa5-4e5a56ad9fd4" providerId="ADAL" clId="{B906CCB2-0321-4ABC-9E64-8D2A85D7172B}" dt="2026-03-08T10:58:36.609" v="14674" actId="14100"/>
          <ac:spMkLst>
            <pc:docMk/>
            <pc:sldMk cId="788109220" sldId="317"/>
            <ac:spMk id="44" creationId="{3D42CDF2-4DE5-CFA5-7BEF-38180E400D6E}"/>
          </ac:spMkLst>
        </pc:spChg>
        <pc:spChg chg="add mod">
          <ac:chgData name="Adeline Kwa" userId="297c9b4f-ace7-41f2-afa5-4e5a56ad9fd4" providerId="ADAL" clId="{B906CCB2-0321-4ABC-9E64-8D2A85D7172B}" dt="2026-03-08T11:01:11.269" v="14677" actId="1076"/>
          <ac:spMkLst>
            <pc:docMk/>
            <pc:sldMk cId="788109220" sldId="317"/>
            <ac:spMk id="45" creationId="{83F7B165-DA84-7557-46B6-A78C21C12BFC}"/>
          </ac:spMkLst>
        </pc:spChg>
        <pc:spChg chg="add mod">
          <ac:chgData name="Adeline Kwa" userId="297c9b4f-ace7-41f2-afa5-4e5a56ad9fd4" providerId="ADAL" clId="{B906CCB2-0321-4ABC-9E64-8D2A85D7172B}" dt="2026-03-08T11:01:14.168" v="14679" actId="1076"/>
          <ac:spMkLst>
            <pc:docMk/>
            <pc:sldMk cId="788109220" sldId="317"/>
            <ac:spMk id="46" creationId="{D2C05F90-4E6C-3A72-BB24-53ADF7F782B8}"/>
          </ac:spMkLst>
        </pc:spChg>
        <pc:spChg chg="add mod">
          <ac:chgData name="Adeline Kwa" userId="297c9b4f-ace7-41f2-afa5-4e5a56ad9fd4" providerId="ADAL" clId="{B906CCB2-0321-4ABC-9E64-8D2A85D7172B}" dt="2026-03-08T11:02:01.249" v="14683" actId="1076"/>
          <ac:spMkLst>
            <pc:docMk/>
            <pc:sldMk cId="788109220" sldId="317"/>
            <ac:spMk id="47" creationId="{846797FA-5910-27E5-E615-4CFAAB0D3229}"/>
          </ac:spMkLst>
        </pc:spChg>
        <pc:spChg chg="add mod">
          <ac:chgData name="Adeline Kwa" userId="297c9b4f-ace7-41f2-afa5-4e5a56ad9fd4" providerId="ADAL" clId="{B906CCB2-0321-4ABC-9E64-8D2A85D7172B}" dt="2026-03-08T11:07:36.887" v="14892" actId="1076"/>
          <ac:spMkLst>
            <pc:docMk/>
            <pc:sldMk cId="788109220" sldId="317"/>
            <ac:spMk id="57" creationId="{F2FD6763-7FE7-478B-2E16-E71118775583}"/>
          </ac:spMkLst>
        </pc:spChg>
        <pc:spChg chg="add mod">
          <ac:chgData name="Adeline Kwa" userId="297c9b4f-ace7-41f2-afa5-4e5a56ad9fd4" providerId="ADAL" clId="{B906CCB2-0321-4ABC-9E64-8D2A85D7172B}" dt="2026-03-08T11:09:17.966" v="14992" actId="1076"/>
          <ac:spMkLst>
            <pc:docMk/>
            <pc:sldMk cId="788109220" sldId="317"/>
            <ac:spMk id="58" creationId="{46853757-DE92-7567-D015-DB1BA20D8A42}"/>
          </ac:spMkLst>
        </pc:spChg>
        <pc:grpChg chg="del mod">
          <ac:chgData name="Adeline Kwa" userId="297c9b4f-ace7-41f2-afa5-4e5a56ad9fd4" providerId="ADAL" clId="{B906CCB2-0321-4ABC-9E64-8D2A85D7172B}" dt="2026-03-08T11:02:18.403" v="14690"/>
          <ac:grpSpMkLst>
            <pc:docMk/>
            <pc:sldMk cId="788109220" sldId="317"/>
            <ac:grpSpMk id="54" creationId="{2AC1E340-3A34-F0BA-343A-7025C8E4BE3D}"/>
          </ac:grpSpMkLst>
        </pc:grpChg>
        <pc:grpChg chg="mod">
          <ac:chgData name="Adeline Kwa" userId="297c9b4f-ace7-41f2-afa5-4e5a56ad9fd4" providerId="ADAL" clId="{B906CCB2-0321-4ABC-9E64-8D2A85D7172B}" dt="2026-03-08T11:02:18.403" v="14690"/>
          <ac:grpSpMkLst>
            <pc:docMk/>
            <pc:sldMk cId="788109220" sldId="317"/>
            <ac:grpSpMk id="55" creationId="{51D1D609-1AC0-5892-4466-C995C9BF9401}"/>
          </ac:grpSpMkLst>
        </pc:grpChg>
        <pc:grpChg chg="mod">
          <ac:chgData name="Adeline Kwa" userId="297c9b4f-ace7-41f2-afa5-4e5a56ad9fd4" providerId="ADAL" clId="{B906CCB2-0321-4ABC-9E64-8D2A85D7172B}" dt="2026-03-08T11:02:18.403" v="14690"/>
          <ac:grpSpMkLst>
            <pc:docMk/>
            <pc:sldMk cId="788109220" sldId="317"/>
            <ac:grpSpMk id="56" creationId="{5D17C448-588E-7F72-6070-9B92C0D22303}"/>
          </ac:grpSpMkLst>
        </pc:grpChg>
        <pc:graphicFrameChg chg="mod">
          <ac:chgData name="Adeline Kwa" userId="297c9b4f-ace7-41f2-afa5-4e5a56ad9fd4" providerId="ADAL" clId="{B906CCB2-0321-4ABC-9E64-8D2A85D7172B}" dt="2026-03-08T10:49:03.607" v="13942"/>
          <ac:graphicFrameMkLst>
            <pc:docMk/>
            <pc:sldMk cId="788109220" sldId="317"/>
            <ac:graphicFrameMk id="2" creationId="{E147975F-2486-E664-9B17-223564680518}"/>
          </ac:graphicFrameMkLst>
        </pc:graphicFrameChg>
        <pc:picChg chg="add mod">
          <ac:chgData name="Adeline Kwa" userId="297c9b4f-ace7-41f2-afa5-4e5a56ad9fd4" providerId="ADAL" clId="{B906CCB2-0321-4ABC-9E64-8D2A85D7172B}" dt="2026-03-08T10:58:38.711" v="14675" actId="1076"/>
          <ac:picMkLst>
            <pc:docMk/>
            <pc:sldMk cId="788109220" sldId="317"/>
            <ac:picMk id="5" creationId="{46179487-BC25-D274-6ECF-2ACE464CD274}"/>
          </ac:picMkLst>
        </pc:picChg>
        <pc:picChg chg="del">
          <ac:chgData name="Adeline Kwa" userId="297c9b4f-ace7-41f2-afa5-4e5a56ad9fd4" providerId="ADAL" clId="{B906CCB2-0321-4ABC-9E64-8D2A85D7172B}" dt="2026-03-08T10:46:37.953" v="13611" actId="478"/>
          <ac:picMkLst>
            <pc:docMk/>
            <pc:sldMk cId="788109220" sldId="317"/>
            <ac:picMk id="6" creationId="{1075AF04-6ABA-555E-89CD-93162ECB8FD5}"/>
          </ac:picMkLst>
        </pc:picChg>
        <pc:picChg chg="del">
          <ac:chgData name="Adeline Kwa" userId="297c9b4f-ace7-41f2-afa5-4e5a56ad9fd4" providerId="ADAL" clId="{B906CCB2-0321-4ABC-9E64-8D2A85D7172B}" dt="2026-03-08T10:52:22.671" v="14193" actId="478"/>
          <ac:picMkLst>
            <pc:docMk/>
            <pc:sldMk cId="788109220" sldId="317"/>
            <ac:picMk id="15" creationId="{77F2D262-152F-0CC6-1A98-E2AB390535B5}"/>
          </ac:picMkLst>
        </pc:picChg>
        <pc:picChg chg="del">
          <ac:chgData name="Adeline Kwa" userId="297c9b4f-ace7-41f2-afa5-4e5a56ad9fd4" providerId="ADAL" clId="{B906CCB2-0321-4ABC-9E64-8D2A85D7172B}" dt="2026-03-08T10:52:22.671" v="14193" actId="478"/>
          <ac:picMkLst>
            <pc:docMk/>
            <pc:sldMk cId="788109220" sldId="317"/>
            <ac:picMk id="17" creationId="{084DC5D1-EB84-D562-F818-E99A0CCD5868}"/>
          </ac:picMkLst>
        </pc:picChg>
        <pc:picChg chg="del">
          <ac:chgData name="Adeline Kwa" userId="297c9b4f-ace7-41f2-afa5-4e5a56ad9fd4" providerId="ADAL" clId="{B906CCB2-0321-4ABC-9E64-8D2A85D7172B}" dt="2026-03-08T10:52:22.671" v="14193" actId="478"/>
          <ac:picMkLst>
            <pc:docMk/>
            <pc:sldMk cId="788109220" sldId="317"/>
            <ac:picMk id="19" creationId="{8E81EE2C-9740-92FC-081D-52A1A243250F}"/>
          </ac:picMkLst>
        </pc:picChg>
        <pc:picChg chg="add del mod">
          <ac:chgData name="Adeline Kwa" userId="297c9b4f-ace7-41f2-afa5-4e5a56ad9fd4" providerId="ADAL" clId="{B906CCB2-0321-4ABC-9E64-8D2A85D7172B}" dt="2026-03-08T11:07:16.546" v="14888" actId="478"/>
          <ac:picMkLst>
            <pc:docMk/>
            <pc:sldMk cId="788109220" sldId="317"/>
            <ac:picMk id="28" creationId="{EB21BFED-DF14-9E08-20C4-A90712815B0F}"/>
          </ac:picMkLst>
        </pc:picChg>
        <pc:inkChg chg="add mod">
          <ac:chgData name="Adeline Kwa" userId="297c9b4f-ace7-41f2-afa5-4e5a56ad9fd4" providerId="ADAL" clId="{B906CCB2-0321-4ABC-9E64-8D2A85D7172B}" dt="2026-03-08T11:02:18.403" v="14690"/>
          <ac:inkMkLst>
            <pc:docMk/>
            <pc:sldMk cId="788109220" sldId="317"/>
            <ac:inkMk id="48" creationId="{BCB29B8B-9574-936C-D5A7-028C85D60126}"/>
          </ac:inkMkLst>
        </pc:inkChg>
        <pc:inkChg chg="add mod">
          <ac:chgData name="Adeline Kwa" userId="297c9b4f-ace7-41f2-afa5-4e5a56ad9fd4" providerId="ADAL" clId="{B906CCB2-0321-4ABC-9E64-8D2A85D7172B}" dt="2026-03-08T11:02:18.403" v="14690"/>
          <ac:inkMkLst>
            <pc:docMk/>
            <pc:sldMk cId="788109220" sldId="317"/>
            <ac:inkMk id="49" creationId="{1746D0A4-7869-6498-A9D4-39E04FAF4DAF}"/>
          </ac:inkMkLst>
        </pc:inkChg>
        <pc:inkChg chg="add mod">
          <ac:chgData name="Adeline Kwa" userId="297c9b4f-ace7-41f2-afa5-4e5a56ad9fd4" providerId="ADAL" clId="{B906CCB2-0321-4ABC-9E64-8D2A85D7172B}" dt="2026-03-08T11:02:18.403" v="14690"/>
          <ac:inkMkLst>
            <pc:docMk/>
            <pc:sldMk cId="788109220" sldId="317"/>
            <ac:inkMk id="50" creationId="{B989B05B-37C7-898E-D95E-8067B6AC88AF}"/>
          </ac:inkMkLst>
        </pc:inkChg>
        <pc:inkChg chg="add mod">
          <ac:chgData name="Adeline Kwa" userId="297c9b4f-ace7-41f2-afa5-4e5a56ad9fd4" providerId="ADAL" clId="{B906CCB2-0321-4ABC-9E64-8D2A85D7172B}" dt="2026-03-08T11:02:18.403" v="14690"/>
          <ac:inkMkLst>
            <pc:docMk/>
            <pc:sldMk cId="788109220" sldId="317"/>
            <ac:inkMk id="51" creationId="{D9C2924B-CF5B-46C9-3A19-F73E78A03AD7}"/>
          </ac:inkMkLst>
        </pc:inkChg>
        <pc:inkChg chg="add mod">
          <ac:chgData name="Adeline Kwa" userId="297c9b4f-ace7-41f2-afa5-4e5a56ad9fd4" providerId="ADAL" clId="{B906CCB2-0321-4ABC-9E64-8D2A85D7172B}" dt="2026-03-08T11:02:18.403" v="14690"/>
          <ac:inkMkLst>
            <pc:docMk/>
            <pc:sldMk cId="788109220" sldId="317"/>
            <ac:inkMk id="52" creationId="{5D91DDE3-5B08-3F33-6CC2-2F77613BE696}"/>
          </ac:inkMkLst>
        </pc:inkChg>
        <pc:inkChg chg="add mod">
          <ac:chgData name="Adeline Kwa" userId="297c9b4f-ace7-41f2-afa5-4e5a56ad9fd4" providerId="ADAL" clId="{B906CCB2-0321-4ABC-9E64-8D2A85D7172B}" dt="2026-03-08T11:02:18.403" v="14690"/>
          <ac:inkMkLst>
            <pc:docMk/>
            <pc:sldMk cId="788109220" sldId="317"/>
            <ac:inkMk id="53" creationId="{E829166E-4D87-F224-B2DD-4E45E0F829B5}"/>
          </ac:inkMkLst>
        </pc:inkChg>
      </pc:sldChg>
      <pc:sldChg chg="addSp delSp modSp add mod">
        <pc:chgData name="Adeline Kwa" userId="297c9b4f-ace7-41f2-afa5-4e5a56ad9fd4" providerId="ADAL" clId="{B906CCB2-0321-4ABC-9E64-8D2A85D7172B}" dt="2026-03-08T11:45:20.709" v="15440" actId="14100"/>
        <pc:sldMkLst>
          <pc:docMk/>
          <pc:sldMk cId="2353310253" sldId="318"/>
        </pc:sldMkLst>
        <pc:spChg chg="mod">
          <ac:chgData name="Adeline Kwa" userId="297c9b4f-ace7-41f2-afa5-4e5a56ad9fd4" providerId="ADAL" clId="{B906CCB2-0321-4ABC-9E64-8D2A85D7172B}" dt="2026-03-08T11:04:16.719" v="14856" actId="948"/>
          <ac:spMkLst>
            <pc:docMk/>
            <pc:sldMk cId="2353310253" sldId="318"/>
            <ac:spMk id="3" creationId="{AB02685C-6564-D41A-DE5B-35A73D7C1AA3}"/>
          </ac:spMkLst>
        </pc:spChg>
        <pc:spChg chg="add del mod modVis">
          <ac:chgData name="Adeline Kwa" userId="297c9b4f-ace7-41f2-afa5-4e5a56ad9fd4" providerId="ADAL" clId="{B906CCB2-0321-4ABC-9E64-8D2A85D7172B}" dt="2026-03-08T11:03:53.488" v="14764"/>
          <ac:spMkLst>
            <pc:docMk/>
            <pc:sldMk cId="2353310253" sldId="318"/>
            <ac:spMk id="6" creationId="{2AB04F35-74FC-940A-F7D4-6BFF5770E934}"/>
          </ac:spMkLst>
        </pc:spChg>
        <pc:spChg chg="mod">
          <ac:chgData name="Adeline Kwa" userId="297c9b4f-ace7-41f2-afa5-4e5a56ad9fd4" providerId="ADAL" clId="{B906CCB2-0321-4ABC-9E64-8D2A85D7172B}" dt="2026-03-08T11:11:05.386" v="15160" actId="20577"/>
          <ac:spMkLst>
            <pc:docMk/>
            <pc:sldMk cId="2353310253" sldId="318"/>
            <ac:spMk id="7" creationId="{A9671D0C-D5E5-F6F2-2C66-D7A4DD9404EE}"/>
          </ac:spMkLst>
        </pc:spChg>
        <pc:spChg chg="add del mod modVis">
          <ac:chgData name="Adeline Kwa" userId="297c9b4f-ace7-41f2-afa5-4e5a56ad9fd4" providerId="ADAL" clId="{B906CCB2-0321-4ABC-9E64-8D2A85D7172B}" dt="2026-03-08T11:03:54.348" v="14792"/>
          <ac:spMkLst>
            <pc:docMk/>
            <pc:sldMk cId="2353310253" sldId="318"/>
            <ac:spMk id="8" creationId="{25DE7B5D-0B36-FAC3-3C65-C2A42882DC46}"/>
          </ac:spMkLst>
        </pc:spChg>
        <pc:spChg chg="mod">
          <ac:chgData name="Adeline Kwa" userId="297c9b4f-ace7-41f2-afa5-4e5a56ad9fd4" providerId="ADAL" clId="{B906CCB2-0321-4ABC-9E64-8D2A85D7172B}" dt="2026-03-08T11:10:13.626" v="15047" actId="1076"/>
          <ac:spMkLst>
            <pc:docMk/>
            <pc:sldMk cId="2353310253" sldId="318"/>
            <ac:spMk id="9" creationId="{3FE1683E-3438-F1D2-D826-75E5EE2786EE}"/>
          </ac:spMkLst>
        </pc:spChg>
        <pc:spChg chg="add del mod modVis">
          <ac:chgData name="Adeline Kwa" userId="297c9b4f-ace7-41f2-afa5-4e5a56ad9fd4" providerId="ADAL" clId="{B906CCB2-0321-4ABC-9E64-8D2A85D7172B}" dt="2026-03-08T11:04:14.198" v="14819"/>
          <ac:spMkLst>
            <pc:docMk/>
            <pc:sldMk cId="2353310253" sldId="318"/>
            <ac:spMk id="10" creationId="{46341D35-F2CE-C678-DBC4-5B31767C419D}"/>
          </ac:spMkLst>
        </pc:spChg>
        <pc:spChg chg="add del mod modVis">
          <ac:chgData name="Adeline Kwa" userId="297c9b4f-ace7-41f2-afa5-4e5a56ad9fd4" providerId="ADAL" clId="{B906CCB2-0321-4ABC-9E64-8D2A85D7172B}" dt="2026-03-08T11:04:14.798" v="14846"/>
          <ac:spMkLst>
            <pc:docMk/>
            <pc:sldMk cId="2353310253" sldId="318"/>
            <ac:spMk id="11" creationId="{529FE513-C503-CB55-7167-BE7F1CBDF77B}"/>
          </ac:spMkLst>
        </pc:spChg>
        <pc:spChg chg="add del mod modVis">
          <ac:chgData name="Adeline Kwa" userId="297c9b4f-ace7-41f2-afa5-4e5a56ad9fd4" providerId="ADAL" clId="{B906CCB2-0321-4ABC-9E64-8D2A85D7172B}" dt="2026-03-08T11:04:16.743" v="14879"/>
          <ac:spMkLst>
            <pc:docMk/>
            <pc:sldMk cId="2353310253" sldId="318"/>
            <ac:spMk id="12" creationId="{0545A66A-C9D2-B293-2FCE-7C77D9BFE6C2}"/>
          </ac:spMkLst>
        </pc:spChg>
        <pc:spChg chg="add mod">
          <ac:chgData name="Adeline Kwa" userId="297c9b4f-ace7-41f2-afa5-4e5a56ad9fd4" providerId="ADAL" clId="{B906CCB2-0321-4ABC-9E64-8D2A85D7172B}" dt="2026-03-08T11:09:45.336" v="14995" actId="1076"/>
          <ac:spMkLst>
            <pc:docMk/>
            <pc:sldMk cId="2353310253" sldId="318"/>
            <ac:spMk id="15" creationId="{1A412F81-FCD5-5000-4552-E162E400202B}"/>
          </ac:spMkLst>
        </pc:spChg>
        <pc:spChg chg="add mod">
          <ac:chgData name="Adeline Kwa" userId="297c9b4f-ace7-41f2-afa5-4e5a56ad9fd4" providerId="ADAL" clId="{B906CCB2-0321-4ABC-9E64-8D2A85D7172B}" dt="2026-03-08T11:09:48.046" v="14997" actId="1076"/>
          <ac:spMkLst>
            <pc:docMk/>
            <pc:sldMk cId="2353310253" sldId="318"/>
            <ac:spMk id="16" creationId="{EE71B7DD-F7B2-D31C-A1BB-049011B9DEF8}"/>
          </ac:spMkLst>
        </pc:spChg>
        <pc:spChg chg="add mod">
          <ac:chgData name="Adeline Kwa" userId="297c9b4f-ace7-41f2-afa5-4e5a56ad9fd4" providerId="ADAL" clId="{B906CCB2-0321-4ABC-9E64-8D2A85D7172B}" dt="2026-03-08T11:09:48.351" v="14998"/>
          <ac:spMkLst>
            <pc:docMk/>
            <pc:sldMk cId="2353310253" sldId="318"/>
            <ac:spMk id="17" creationId="{C2509280-5D81-3991-8EAD-EEE35D2045A3}"/>
          </ac:spMkLst>
        </pc:spChg>
        <pc:spChg chg="add mod">
          <ac:chgData name="Adeline Kwa" userId="297c9b4f-ace7-41f2-afa5-4e5a56ad9fd4" providerId="ADAL" clId="{B906CCB2-0321-4ABC-9E64-8D2A85D7172B}" dt="2026-03-08T11:45:20.709" v="15440" actId="14100"/>
          <ac:spMkLst>
            <pc:docMk/>
            <pc:sldMk cId="2353310253" sldId="318"/>
            <ac:spMk id="18" creationId="{3CD14EAE-9F61-43D3-2D9F-A8DCFEBBDF56}"/>
          </ac:spMkLst>
        </pc:spChg>
        <pc:spChg chg="add mod">
          <ac:chgData name="Adeline Kwa" userId="297c9b4f-ace7-41f2-afa5-4e5a56ad9fd4" providerId="ADAL" clId="{B906CCB2-0321-4ABC-9E64-8D2A85D7172B}" dt="2026-03-08T11:12:27.815" v="15260" actId="1076"/>
          <ac:spMkLst>
            <pc:docMk/>
            <pc:sldMk cId="2353310253" sldId="318"/>
            <ac:spMk id="19" creationId="{98BB9ADB-E773-7178-E492-FDA1BA0A520F}"/>
          </ac:spMkLst>
        </pc:spChg>
        <pc:spChg chg="add mod">
          <ac:chgData name="Adeline Kwa" userId="297c9b4f-ace7-41f2-afa5-4e5a56ad9fd4" providerId="ADAL" clId="{B906CCB2-0321-4ABC-9E64-8D2A85D7172B}" dt="2026-03-08T11:13:21.315" v="15345" actId="14100"/>
          <ac:spMkLst>
            <pc:docMk/>
            <pc:sldMk cId="2353310253" sldId="318"/>
            <ac:spMk id="20" creationId="{B85F9BAC-DAEB-3562-8AC1-1C544C3F0F46}"/>
          </ac:spMkLst>
        </pc:spChg>
        <pc:spChg chg="add mod">
          <ac:chgData name="Adeline Kwa" userId="297c9b4f-ace7-41f2-afa5-4e5a56ad9fd4" providerId="ADAL" clId="{B906CCB2-0321-4ABC-9E64-8D2A85D7172B}" dt="2026-03-08T11:13:44.565" v="15391" actId="20577"/>
          <ac:spMkLst>
            <pc:docMk/>
            <pc:sldMk cId="2353310253" sldId="318"/>
            <ac:spMk id="21" creationId="{CD1B7F47-3F8A-C927-0457-46D4B973D402}"/>
          </ac:spMkLst>
        </pc:spChg>
        <pc:spChg chg="add mod">
          <ac:chgData name="Adeline Kwa" userId="297c9b4f-ace7-41f2-afa5-4e5a56ad9fd4" providerId="ADAL" clId="{B906CCB2-0321-4ABC-9E64-8D2A85D7172B}" dt="2026-03-08T11:14:56.115" v="15438" actId="20577"/>
          <ac:spMkLst>
            <pc:docMk/>
            <pc:sldMk cId="2353310253" sldId="318"/>
            <ac:spMk id="22" creationId="{48E1B4BF-FB8F-F563-BA64-46BC5B5F5D47}"/>
          </ac:spMkLst>
        </pc:spChg>
        <pc:spChg chg="add mod">
          <ac:chgData name="Adeline Kwa" userId="297c9b4f-ace7-41f2-afa5-4e5a56ad9fd4" providerId="ADAL" clId="{B906CCB2-0321-4ABC-9E64-8D2A85D7172B}" dt="2026-03-08T11:14:26.395" v="15408" actId="1076"/>
          <ac:spMkLst>
            <pc:docMk/>
            <pc:sldMk cId="2353310253" sldId="318"/>
            <ac:spMk id="23" creationId="{97D363F9-85B6-E945-0F69-0D9C89DF972F}"/>
          </ac:spMkLst>
        </pc:spChg>
        <pc:spChg chg="mod">
          <ac:chgData name="Adeline Kwa" userId="297c9b4f-ace7-41f2-afa5-4e5a56ad9fd4" providerId="ADAL" clId="{B906CCB2-0321-4ABC-9E64-8D2A85D7172B}" dt="2026-03-08T11:03:24.147" v="14710" actId="20577"/>
          <ac:spMkLst>
            <pc:docMk/>
            <pc:sldMk cId="2353310253" sldId="318"/>
            <ac:spMk id="26" creationId="{24719E03-A331-DB9B-AB07-F1096E2852C2}"/>
          </ac:spMkLst>
        </pc:spChg>
        <pc:spChg chg="del">
          <ac:chgData name="Adeline Kwa" userId="297c9b4f-ace7-41f2-afa5-4e5a56ad9fd4" providerId="ADAL" clId="{B906CCB2-0321-4ABC-9E64-8D2A85D7172B}" dt="2026-03-08T11:11:23.006" v="15163" actId="478"/>
          <ac:spMkLst>
            <pc:docMk/>
            <pc:sldMk cId="2353310253" sldId="318"/>
            <ac:spMk id="29" creationId="{B940D22D-383A-873B-C757-4CCB4171ECE4}"/>
          </ac:spMkLst>
        </pc:spChg>
        <pc:spChg chg="del">
          <ac:chgData name="Adeline Kwa" userId="297c9b4f-ace7-41f2-afa5-4e5a56ad9fd4" providerId="ADAL" clId="{B906CCB2-0321-4ABC-9E64-8D2A85D7172B}" dt="2026-03-08T11:09:41.646" v="14993" actId="478"/>
          <ac:spMkLst>
            <pc:docMk/>
            <pc:sldMk cId="2353310253" sldId="318"/>
            <ac:spMk id="30" creationId="{AC746D2F-6518-B6D6-1ACD-6470B8F951CE}"/>
          </ac:spMkLst>
        </pc:spChg>
        <pc:spChg chg="del">
          <ac:chgData name="Adeline Kwa" userId="297c9b4f-ace7-41f2-afa5-4e5a56ad9fd4" providerId="ADAL" clId="{B906CCB2-0321-4ABC-9E64-8D2A85D7172B}" dt="2026-03-08T11:09:41.646" v="14993" actId="478"/>
          <ac:spMkLst>
            <pc:docMk/>
            <pc:sldMk cId="2353310253" sldId="318"/>
            <ac:spMk id="31" creationId="{831D0BA1-7CE2-E570-75F8-ED3D5EFAD33D}"/>
          </ac:spMkLst>
        </pc:spChg>
        <pc:spChg chg="del">
          <ac:chgData name="Adeline Kwa" userId="297c9b4f-ace7-41f2-afa5-4e5a56ad9fd4" providerId="ADAL" clId="{B906CCB2-0321-4ABC-9E64-8D2A85D7172B}" dt="2026-03-08T11:11:23.006" v="15163" actId="478"/>
          <ac:spMkLst>
            <pc:docMk/>
            <pc:sldMk cId="2353310253" sldId="318"/>
            <ac:spMk id="33" creationId="{18568A46-3932-7619-CDCE-5918DCAC3877}"/>
          </ac:spMkLst>
        </pc:spChg>
        <pc:spChg chg="del">
          <ac:chgData name="Adeline Kwa" userId="297c9b4f-ace7-41f2-afa5-4e5a56ad9fd4" providerId="ADAL" clId="{B906CCB2-0321-4ABC-9E64-8D2A85D7172B}" dt="2026-03-08T11:09:41.646" v="14993" actId="478"/>
          <ac:spMkLst>
            <pc:docMk/>
            <pc:sldMk cId="2353310253" sldId="318"/>
            <ac:spMk id="34" creationId="{B7A23894-80F5-9468-293F-B002F2FB8445}"/>
          </ac:spMkLst>
        </pc:spChg>
        <pc:spChg chg="del">
          <ac:chgData name="Adeline Kwa" userId="297c9b4f-ace7-41f2-afa5-4e5a56ad9fd4" providerId="ADAL" clId="{B906CCB2-0321-4ABC-9E64-8D2A85D7172B}" dt="2026-03-08T11:09:41.646" v="14993" actId="478"/>
          <ac:spMkLst>
            <pc:docMk/>
            <pc:sldMk cId="2353310253" sldId="318"/>
            <ac:spMk id="36" creationId="{DDF693CD-484F-449A-9344-B611545DA9FA}"/>
          </ac:spMkLst>
        </pc:spChg>
        <pc:spChg chg="del">
          <ac:chgData name="Adeline Kwa" userId="297c9b4f-ace7-41f2-afa5-4e5a56ad9fd4" providerId="ADAL" clId="{B906CCB2-0321-4ABC-9E64-8D2A85D7172B}" dt="2026-03-08T11:11:23.006" v="15163" actId="478"/>
          <ac:spMkLst>
            <pc:docMk/>
            <pc:sldMk cId="2353310253" sldId="318"/>
            <ac:spMk id="39" creationId="{4C453668-D566-68B8-5E4E-C01638660EAC}"/>
          </ac:spMkLst>
        </pc:spChg>
        <pc:spChg chg="del">
          <ac:chgData name="Adeline Kwa" userId="297c9b4f-ace7-41f2-afa5-4e5a56ad9fd4" providerId="ADAL" clId="{B906CCB2-0321-4ABC-9E64-8D2A85D7172B}" dt="2026-03-08T11:09:41.646" v="14993" actId="478"/>
          <ac:spMkLst>
            <pc:docMk/>
            <pc:sldMk cId="2353310253" sldId="318"/>
            <ac:spMk id="40" creationId="{B88218AB-CED6-2581-8076-00D083E5940C}"/>
          </ac:spMkLst>
        </pc:spChg>
        <pc:spChg chg="del">
          <ac:chgData name="Adeline Kwa" userId="297c9b4f-ace7-41f2-afa5-4e5a56ad9fd4" providerId="ADAL" clId="{B906CCB2-0321-4ABC-9E64-8D2A85D7172B}" dt="2026-03-08T11:09:41.646" v="14993" actId="478"/>
          <ac:spMkLst>
            <pc:docMk/>
            <pc:sldMk cId="2353310253" sldId="318"/>
            <ac:spMk id="42" creationId="{6A58B8DD-B8DD-7C92-B43E-ACE24BC0C2E7}"/>
          </ac:spMkLst>
        </pc:spChg>
        <pc:spChg chg="del">
          <ac:chgData name="Adeline Kwa" userId="297c9b4f-ace7-41f2-afa5-4e5a56ad9fd4" providerId="ADAL" clId="{B906CCB2-0321-4ABC-9E64-8D2A85D7172B}" dt="2026-03-08T11:09:41.646" v="14993" actId="478"/>
          <ac:spMkLst>
            <pc:docMk/>
            <pc:sldMk cId="2353310253" sldId="318"/>
            <ac:spMk id="43" creationId="{234C50D5-23DE-06E4-EF5B-382EDA26D4E8}"/>
          </ac:spMkLst>
        </pc:spChg>
        <pc:spChg chg="del">
          <ac:chgData name="Adeline Kwa" userId="297c9b4f-ace7-41f2-afa5-4e5a56ad9fd4" providerId="ADAL" clId="{B906CCB2-0321-4ABC-9E64-8D2A85D7172B}" dt="2026-03-08T11:09:41.646" v="14993" actId="478"/>
          <ac:spMkLst>
            <pc:docMk/>
            <pc:sldMk cId="2353310253" sldId="318"/>
            <ac:spMk id="44" creationId="{7DAF128A-EB3B-4C13-45B2-710AB154E47B}"/>
          </ac:spMkLst>
        </pc:spChg>
        <pc:spChg chg="del">
          <ac:chgData name="Adeline Kwa" userId="297c9b4f-ace7-41f2-afa5-4e5a56ad9fd4" providerId="ADAL" clId="{B906CCB2-0321-4ABC-9E64-8D2A85D7172B}" dt="2026-03-08T11:09:41.646" v="14993" actId="478"/>
          <ac:spMkLst>
            <pc:docMk/>
            <pc:sldMk cId="2353310253" sldId="318"/>
            <ac:spMk id="45" creationId="{60469353-23F5-0758-6234-E6E860D27783}"/>
          </ac:spMkLst>
        </pc:spChg>
        <pc:spChg chg="del">
          <ac:chgData name="Adeline Kwa" userId="297c9b4f-ace7-41f2-afa5-4e5a56ad9fd4" providerId="ADAL" clId="{B906CCB2-0321-4ABC-9E64-8D2A85D7172B}" dt="2026-03-08T11:09:41.646" v="14993" actId="478"/>
          <ac:spMkLst>
            <pc:docMk/>
            <pc:sldMk cId="2353310253" sldId="318"/>
            <ac:spMk id="46" creationId="{A45A38DA-79EF-4D8B-7AFA-BC6CB2F3FA5F}"/>
          </ac:spMkLst>
        </pc:spChg>
        <pc:spChg chg="add mod">
          <ac:chgData name="Adeline Kwa" userId="297c9b4f-ace7-41f2-afa5-4e5a56ad9fd4" providerId="ADAL" clId="{B906CCB2-0321-4ABC-9E64-8D2A85D7172B}" dt="2026-03-08T11:14:29.615" v="15410" actId="1076"/>
          <ac:spMkLst>
            <pc:docMk/>
            <pc:sldMk cId="2353310253" sldId="318"/>
            <ac:spMk id="57" creationId="{4CDB469F-9074-4934-EDA9-7707A9728D66}"/>
          </ac:spMkLst>
        </pc:spChg>
        <pc:spChg chg="add mod">
          <ac:chgData name="Adeline Kwa" userId="297c9b4f-ace7-41f2-afa5-4e5a56ad9fd4" providerId="ADAL" clId="{B906CCB2-0321-4ABC-9E64-8D2A85D7172B}" dt="2026-03-08T11:14:30.095" v="15411"/>
          <ac:spMkLst>
            <pc:docMk/>
            <pc:sldMk cId="2353310253" sldId="318"/>
            <ac:spMk id="62" creationId="{5DC961AD-CF2D-9BA7-E681-370A79CD6C5F}"/>
          </ac:spMkLst>
        </pc:spChg>
        <pc:grpChg chg="add mod">
          <ac:chgData name="Adeline Kwa" userId="297c9b4f-ace7-41f2-afa5-4e5a56ad9fd4" providerId="ADAL" clId="{B906CCB2-0321-4ABC-9E64-8D2A85D7172B}" dt="2026-03-08T11:14:26.395" v="15408" actId="1076"/>
          <ac:grpSpMkLst>
            <pc:docMk/>
            <pc:sldMk cId="2353310253" sldId="318"/>
            <ac:grpSpMk id="24" creationId="{E9F8905A-0C53-7985-BC7D-71B8993438DC}"/>
          </ac:grpSpMkLst>
        </pc:grpChg>
        <pc:grpChg chg="del">
          <ac:chgData name="Adeline Kwa" userId="297c9b4f-ace7-41f2-afa5-4e5a56ad9fd4" providerId="ADAL" clId="{B906CCB2-0321-4ABC-9E64-8D2A85D7172B}" dt="2026-03-08T11:05:50.650" v="14886" actId="478"/>
          <ac:grpSpMkLst>
            <pc:docMk/>
            <pc:sldMk cId="2353310253" sldId="318"/>
            <ac:grpSpMk id="55" creationId="{DADB6C6D-5DC0-89F4-C089-516FF87B84B7}"/>
          </ac:grpSpMkLst>
        </pc:grpChg>
        <pc:grpChg chg="del">
          <ac:chgData name="Adeline Kwa" userId="297c9b4f-ace7-41f2-afa5-4e5a56ad9fd4" providerId="ADAL" clId="{B906CCB2-0321-4ABC-9E64-8D2A85D7172B}" dt="2026-03-08T11:05:50.650" v="14886" actId="478"/>
          <ac:grpSpMkLst>
            <pc:docMk/>
            <pc:sldMk cId="2353310253" sldId="318"/>
            <ac:grpSpMk id="56" creationId="{3402D022-6063-131B-2C08-364E6945E35D}"/>
          </ac:grpSpMkLst>
        </pc:grpChg>
        <pc:grpChg chg="add mod">
          <ac:chgData name="Adeline Kwa" userId="297c9b4f-ace7-41f2-afa5-4e5a56ad9fd4" providerId="ADAL" clId="{B906CCB2-0321-4ABC-9E64-8D2A85D7172B}" dt="2026-03-08T11:14:29.615" v="15410" actId="1076"/>
          <ac:grpSpMkLst>
            <pc:docMk/>
            <pc:sldMk cId="2353310253" sldId="318"/>
            <ac:grpSpMk id="58" creationId="{9E8BCD82-1060-E1F7-5173-EC188185F652}"/>
          </ac:grpSpMkLst>
        </pc:grpChg>
        <pc:grpChg chg="add mod">
          <ac:chgData name="Adeline Kwa" userId="297c9b4f-ace7-41f2-afa5-4e5a56ad9fd4" providerId="ADAL" clId="{B906CCB2-0321-4ABC-9E64-8D2A85D7172B}" dt="2026-03-08T11:14:30.095" v="15411"/>
          <ac:grpSpMkLst>
            <pc:docMk/>
            <pc:sldMk cId="2353310253" sldId="318"/>
            <ac:grpSpMk id="63" creationId="{57ACB933-1A69-DFA0-B8D3-32C08D8678E4}"/>
          </ac:grpSpMkLst>
        </pc:grpChg>
        <pc:graphicFrameChg chg="mod">
          <ac:chgData name="Adeline Kwa" userId="297c9b4f-ace7-41f2-afa5-4e5a56ad9fd4" providerId="ADAL" clId="{B906CCB2-0321-4ABC-9E64-8D2A85D7172B}" dt="2026-03-08T11:04:16.747" v="14881"/>
          <ac:graphicFrameMkLst>
            <pc:docMk/>
            <pc:sldMk cId="2353310253" sldId="318"/>
            <ac:graphicFrameMk id="2" creationId="{1DE451B6-0821-2C7B-801D-F8452C0EB2E2}"/>
          </ac:graphicFrameMkLst>
        </pc:graphicFrameChg>
        <pc:picChg chg="del">
          <ac:chgData name="Adeline Kwa" userId="297c9b4f-ace7-41f2-afa5-4e5a56ad9fd4" providerId="ADAL" clId="{B906CCB2-0321-4ABC-9E64-8D2A85D7172B}" dt="2026-03-08T11:02:25.918" v="14692" actId="478"/>
          <ac:picMkLst>
            <pc:docMk/>
            <pc:sldMk cId="2353310253" sldId="318"/>
            <ac:picMk id="5" creationId="{3C6518C6-209A-83E6-F7F9-A268034E1082}"/>
          </ac:picMkLst>
        </pc:picChg>
        <pc:picChg chg="add mod">
          <ac:chgData name="Adeline Kwa" userId="297c9b4f-ace7-41f2-afa5-4e5a56ad9fd4" providerId="ADAL" clId="{B906CCB2-0321-4ABC-9E64-8D2A85D7172B}" dt="2026-03-08T11:05:47.506" v="14885" actId="1076"/>
          <ac:picMkLst>
            <pc:docMk/>
            <pc:sldMk cId="2353310253" sldId="318"/>
            <ac:picMk id="14" creationId="{E5641DA1-FA2B-E0AF-23FE-98E31823AACC}"/>
          </ac:picMkLst>
        </pc:picChg>
        <pc:picChg chg="del">
          <ac:chgData name="Adeline Kwa" userId="297c9b4f-ace7-41f2-afa5-4e5a56ad9fd4" providerId="ADAL" clId="{B906CCB2-0321-4ABC-9E64-8D2A85D7172B}" dt="2026-03-08T11:11:23.006" v="15163" actId="478"/>
          <ac:picMkLst>
            <pc:docMk/>
            <pc:sldMk cId="2353310253" sldId="318"/>
            <ac:picMk id="28" creationId="{784049A7-7E1B-C167-D0D9-C521115BA5D5}"/>
          </ac:picMkLst>
        </pc:picChg>
        <pc:inkChg chg="mod">
          <ac:chgData name="Adeline Kwa" userId="297c9b4f-ace7-41f2-afa5-4e5a56ad9fd4" providerId="ADAL" clId="{B906CCB2-0321-4ABC-9E64-8D2A85D7172B}" dt="2026-03-08T11:14:24.325" v="15407"/>
          <ac:inkMkLst>
            <pc:docMk/>
            <pc:sldMk cId="2353310253" sldId="318"/>
            <ac:inkMk id="25" creationId="{5DDC8BE4-05A5-E04D-9767-499893D7EAFD}"/>
          </ac:inkMkLst>
        </pc:inkChg>
        <pc:inkChg chg="mod">
          <ac:chgData name="Adeline Kwa" userId="297c9b4f-ace7-41f2-afa5-4e5a56ad9fd4" providerId="ADAL" clId="{B906CCB2-0321-4ABC-9E64-8D2A85D7172B}" dt="2026-03-08T11:14:24.325" v="15407"/>
          <ac:inkMkLst>
            <pc:docMk/>
            <pc:sldMk cId="2353310253" sldId="318"/>
            <ac:inkMk id="27" creationId="{97CF5866-7189-E5CF-B670-16DAEB080E2E}"/>
          </ac:inkMkLst>
        </pc:inkChg>
        <pc:inkChg chg="mod">
          <ac:chgData name="Adeline Kwa" userId="297c9b4f-ace7-41f2-afa5-4e5a56ad9fd4" providerId="ADAL" clId="{B906CCB2-0321-4ABC-9E64-8D2A85D7172B}" dt="2026-03-08T11:14:24.325" v="15407"/>
          <ac:inkMkLst>
            <pc:docMk/>
            <pc:sldMk cId="2353310253" sldId="318"/>
            <ac:inkMk id="54" creationId="{E4B09EA6-620A-D18B-B204-D9358E9A5CCD}"/>
          </ac:inkMkLst>
        </pc:inkChg>
        <pc:inkChg chg="mod">
          <ac:chgData name="Adeline Kwa" userId="297c9b4f-ace7-41f2-afa5-4e5a56ad9fd4" providerId="ADAL" clId="{B906CCB2-0321-4ABC-9E64-8D2A85D7172B}" dt="2026-03-08T11:14:27.586" v="15409"/>
          <ac:inkMkLst>
            <pc:docMk/>
            <pc:sldMk cId="2353310253" sldId="318"/>
            <ac:inkMk id="59" creationId="{614A67CC-C464-8579-0A58-63E9AB33360B}"/>
          </ac:inkMkLst>
        </pc:inkChg>
        <pc:inkChg chg="mod">
          <ac:chgData name="Adeline Kwa" userId="297c9b4f-ace7-41f2-afa5-4e5a56ad9fd4" providerId="ADAL" clId="{B906CCB2-0321-4ABC-9E64-8D2A85D7172B}" dt="2026-03-08T11:14:27.586" v="15409"/>
          <ac:inkMkLst>
            <pc:docMk/>
            <pc:sldMk cId="2353310253" sldId="318"/>
            <ac:inkMk id="60" creationId="{0C847AB6-4DC5-226C-E1F6-5646C68E2544}"/>
          </ac:inkMkLst>
        </pc:inkChg>
        <pc:inkChg chg="mod">
          <ac:chgData name="Adeline Kwa" userId="297c9b4f-ace7-41f2-afa5-4e5a56ad9fd4" providerId="ADAL" clId="{B906CCB2-0321-4ABC-9E64-8D2A85D7172B}" dt="2026-03-08T11:14:27.586" v="15409"/>
          <ac:inkMkLst>
            <pc:docMk/>
            <pc:sldMk cId="2353310253" sldId="318"/>
            <ac:inkMk id="61" creationId="{CAEE3D8D-F385-5940-2C4C-836D934B6708}"/>
          </ac:inkMkLst>
        </pc:inkChg>
        <pc:inkChg chg="mod">
          <ac:chgData name="Adeline Kwa" userId="297c9b4f-ace7-41f2-afa5-4e5a56ad9fd4" providerId="ADAL" clId="{B906CCB2-0321-4ABC-9E64-8D2A85D7172B}" dt="2026-03-08T11:14:30.095" v="15411"/>
          <ac:inkMkLst>
            <pc:docMk/>
            <pc:sldMk cId="2353310253" sldId="318"/>
            <ac:inkMk id="64" creationId="{726F3684-8235-A3E3-E61F-77B106F56454}"/>
          </ac:inkMkLst>
        </pc:inkChg>
        <pc:inkChg chg="mod">
          <ac:chgData name="Adeline Kwa" userId="297c9b4f-ace7-41f2-afa5-4e5a56ad9fd4" providerId="ADAL" clId="{B906CCB2-0321-4ABC-9E64-8D2A85D7172B}" dt="2026-03-08T11:14:30.095" v="15411"/>
          <ac:inkMkLst>
            <pc:docMk/>
            <pc:sldMk cId="2353310253" sldId="318"/>
            <ac:inkMk id="65" creationId="{F00BA7DA-69CA-EAE4-E42A-604929B1596D}"/>
          </ac:inkMkLst>
        </pc:inkChg>
        <pc:inkChg chg="mod">
          <ac:chgData name="Adeline Kwa" userId="297c9b4f-ace7-41f2-afa5-4e5a56ad9fd4" providerId="ADAL" clId="{B906CCB2-0321-4ABC-9E64-8D2A85D7172B}" dt="2026-03-08T11:14:30.095" v="15411"/>
          <ac:inkMkLst>
            <pc:docMk/>
            <pc:sldMk cId="2353310253" sldId="318"/>
            <ac:inkMk id="66" creationId="{AF61F8AD-8977-D89F-F7AA-6987C9F7124F}"/>
          </ac:inkMkLst>
        </pc:inkChg>
      </pc:sldChg>
      <pc:sldChg chg="addSp modSp new mod">
        <pc:chgData name="Adeline Kwa" userId="297c9b4f-ace7-41f2-afa5-4e5a56ad9fd4" providerId="ADAL" clId="{B906CCB2-0321-4ABC-9E64-8D2A85D7172B}" dt="2026-03-08T12:47:48.259" v="15477"/>
        <pc:sldMkLst>
          <pc:docMk/>
          <pc:sldMk cId="2689494368" sldId="319"/>
        </pc:sldMkLst>
        <pc:spChg chg="add mod">
          <ac:chgData name="Adeline Kwa" userId="297c9b4f-ace7-41f2-afa5-4e5a56ad9fd4" providerId="ADAL" clId="{B906CCB2-0321-4ABC-9E64-8D2A85D7172B}" dt="2026-03-08T12:47:48.259" v="15477"/>
          <ac:spMkLst>
            <pc:docMk/>
            <pc:sldMk cId="2689494368" sldId="319"/>
            <ac:spMk id="6" creationId="{E54C10C4-C937-6F00-063D-7B813175D528}"/>
          </ac:spMkLst>
        </pc:spChg>
        <pc:picChg chg="add">
          <ac:chgData name="Adeline Kwa" userId="297c9b4f-ace7-41f2-afa5-4e5a56ad9fd4" providerId="ADAL" clId="{B906CCB2-0321-4ABC-9E64-8D2A85D7172B}" dt="2026-03-08T12:47:31.354" v="15448" actId="22"/>
          <ac:picMkLst>
            <pc:docMk/>
            <pc:sldMk cId="2689494368" sldId="319"/>
            <ac:picMk id="5" creationId="{2DF37DEF-01AA-1BF6-F057-7501163E1503}"/>
          </ac:picMkLst>
        </pc:picChg>
      </pc:sldChg>
      <pc:sldChg chg="addSp modSp new mod">
        <pc:chgData name="Adeline Kwa" userId="297c9b4f-ace7-41f2-afa5-4e5a56ad9fd4" providerId="ADAL" clId="{B906CCB2-0321-4ABC-9E64-8D2A85D7172B}" dt="2026-03-08T12:48:19.124" v="15479"/>
        <pc:sldMkLst>
          <pc:docMk/>
          <pc:sldMk cId="4172657995" sldId="320"/>
        </pc:sldMkLst>
        <pc:spChg chg="add mod">
          <ac:chgData name="Adeline Kwa" userId="297c9b4f-ace7-41f2-afa5-4e5a56ad9fd4" providerId="ADAL" clId="{B906CCB2-0321-4ABC-9E64-8D2A85D7172B}" dt="2026-03-08T12:48:19.124" v="15479"/>
          <ac:spMkLst>
            <pc:docMk/>
            <pc:sldMk cId="4172657995" sldId="320"/>
            <ac:spMk id="6" creationId="{A91DBE15-4277-2B3A-FF1C-656FD2911666}"/>
          </ac:spMkLst>
        </pc:spChg>
        <pc:picChg chg="add">
          <ac:chgData name="Adeline Kwa" userId="297c9b4f-ace7-41f2-afa5-4e5a56ad9fd4" providerId="ADAL" clId="{B906CCB2-0321-4ABC-9E64-8D2A85D7172B}" dt="2026-03-08T12:48:14.187" v="15478" actId="22"/>
          <ac:picMkLst>
            <pc:docMk/>
            <pc:sldMk cId="4172657995" sldId="320"/>
            <ac:picMk id="5" creationId="{89C8393A-916A-02F5-F3BF-E4F0E9771C10}"/>
          </ac:picMkLst>
        </pc:picChg>
      </pc:sldChg>
      <pc:sldChg chg="addSp modSp new mod">
        <pc:chgData name="Adeline Kwa" userId="297c9b4f-ace7-41f2-afa5-4e5a56ad9fd4" providerId="ADAL" clId="{B906CCB2-0321-4ABC-9E64-8D2A85D7172B}" dt="2026-03-08T12:48:38.947" v="15481"/>
        <pc:sldMkLst>
          <pc:docMk/>
          <pc:sldMk cId="1317268727" sldId="321"/>
        </pc:sldMkLst>
        <pc:spChg chg="add mod">
          <ac:chgData name="Adeline Kwa" userId="297c9b4f-ace7-41f2-afa5-4e5a56ad9fd4" providerId="ADAL" clId="{B906CCB2-0321-4ABC-9E64-8D2A85D7172B}" dt="2026-03-08T12:48:38.947" v="15481"/>
          <ac:spMkLst>
            <pc:docMk/>
            <pc:sldMk cId="1317268727" sldId="321"/>
            <ac:spMk id="6" creationId="{E20938D9-2CC7-F912-1A24-8DDF62DB8867}"/>
          </ac:spMkLst>
        </pc:spChg>
        <pc:picChg chg="add">
          <ac:chgData name="Adeline Kwa" userId="297c9b4f-ace7-41f2-afa5-4e5a56ad9fd4" providerId="ADAL" clId="{B906CCB2-0321-4ABC-9E64-8D2A85D7172B}" dt="2026-03-08T12:48:36.274" v="15480" actId="22"/>
          <ac:picMkLst>
            <pc:docMk/>
            <pc:sldMk cId="1317268727" sldId="321"/>
            <ac:picMk id="5" creationId="{E5D35512-3666-E471-CBD7-4B99E2146AAD}"/>
          </ac:picMkLst>
        </pc:picChg>
      </pc:sldChg>
      <pc:sldChg chg="addSp modSp new mod">
        <pc:chgData name="Adeline Kwa" userId="297c9b4f-ace7-41f2-afa5-4e5a56ad9fd4" providerId="ADAL" clId="{B906CCB2-0321-4ABC-9E64-8D2A85D7172B}" dt="2026-03-08T12:49:16.006" v="15563" actId="20577"/>
        <pc:sldMkLst>
          <pc:docMk/>
          <pc:sldMk cId="1679089019" sldId="322"/>
        </pc:sldMkLst>
        <pc:spChg chg="add mod">
          <ac:chgData name="Adeline Kwa" userId="297c9b4f-ace7-41f2-afa5-4e5a56ad9fd4" providerId="ADAL" clId="{B906CCB2-0321-4ABC-9E64-8D2A85D7172B}" dt="2026-03-08T12:49:16.006" v="15563" actId="20577"/>
          <ac:spMkLst>
            <pc:docMk/>
            <pc:sldMk cId="1679089019" sldId="322"/>
            <ac:spMk id="4" creationId="{F7AB63EC-EABE-CD12-CA91-1E232AE6A8B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11:02:13.6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1 324 6553,'1'14'268,"0"1"-1,2-1 0,0 0 0,0 0 0,2 0 0,-1 0 0,2-1 0,9 19 1,-1-1 61,138 293 2177,26-12-749,-174-306-1699,-1-1 1,1 0 0,1 1-1,-1-1 1,9 7-1,-12-11-38,1 0-1,0 0 1,-1 0-1,1 0 1,0 0-1,0 0 1,0-1-1,0 1 1,0-1-1,0 1 1,0-1-1,0 0 1,0 1-1,0-1 1,0 0-1,0 0 1,0-1-1,0 1 1,0 0-1,0-1 1,0 1-1,4-2 1,10-7-133,1 0-1,-2-1 1,1 0 0,-1-1-1,-1-1 1,22-22 0,-5 6-66,241-191-1068,12 19 193,-215 153 831,-68 46 219,171-123-396,-138 97 266,-2-2 0,54-60 0,-75 75 83,-1 0 1,-1 0-1,0-1 1,-1 0-1,11-30 1,-10 17-82,-1-1 0,6-43 0,0 19-61,-7 31 175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11:02:14.8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737 98 6553,'0'-3'17,"-1"0"-1,0 0 0,0 0 1,0 0-1,0 1 0,0-1 1,-1 1-1,1-1 0,-1 1 1,0-1-1,0 1 0,0 0 1,0 0-1,0 0 0,0 0 1,0 0-1,-1 0 0,1 0 1,0 1-1,-4-2 0,-8-5 141,-1 0 0,-16-5 0,30 12-150,-11-3 117,1 1-1,-1 0 1,0 0 0,1 1-1,-1 1 1,0 0 0,0 1 0,0 0-1,-1 0 1,1 1 0,1 1-1,-1 0 1,0 1 0,0 0 0,1 1-1,-20 9 1,3 1 207,0 1 0,1 2 1,1 1-1,0 1 0,-25 25 0,34-29-187,1 0 0,1 1 0,0 1 0,1 1 0,1 0 0,-19 34 0,28-42-38,0-1-1,0 1 1,0 0-1,1 0 1,1 0-1,0 0 1,0 0-1,1 1 0,0-1 1,1 0-1,0 1 1,0-1-1,2 0 1,-1 1-1,1-1 1,6 18-1,0-10 108,1 1-1,1-1 0,0-1 1,1 0-1,1-1 1,1 0-1,0 0 0,1-1 1,1-1-1,32 24 1,-3-7 250,2-1 0,94 44 1,-68-43-262,-44-20-29,0 1 0,28 17 0,-45-18 35,-11-11-202,0 0 1,0 0-1,0 1 0,0-1 1,0 0-1,0 0 0,0 1 0,0-1 1,0 0-1,0 0 0,0 0 1,0 1-1,0-1 0,-1 0 1,1 0-1,0 0 0,0 1 0,0-1 1,0 0-1,0 0 0,-1 0 1,1 0-1,0 1 0,0-1 1,0 0-1,0 0 0,-1 0 0,1 0 1,0 0-1,0 0 0,0 0 1,-1 1-1,1-1 0,-27 3 333,-226-6 2073,92 0-1140,144 2-1177,-29 1 166,-58-7 0,98 6-239,0 0-1,0-1 0,0 1 0,0-1 0,0 0 0,0 0 1,-5-4-1,9 5-35,1 0 0,0 0-1,0 0 1,0 1 0,0-1 0,0-1 0,0 1 0,0 0-1,0 0 1,0 0 0,0-1 0,0 1 0,1 0 0,-1-1 0,1 1-1,-1 0 1,1-1 0,-1 1 0,1-1 0,0 1 0,-1-1 0,1 1-1,0-1 1,0 1 0,0-1 0,1 1 0,-1-1 0,0 1 0,0 0-1,1-1 1,0-2 0,12-22-41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11:02:15.44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64 0 6553,'0'18'721,"0"23"0,-6 35 504,-2 46 457,0 31-480,2 38 720,2 21-480,1 10 0,2-2-241,0-16-240,1-30-480,0-22 480,1-30-721,-7-36 1,-2-44 239,1-36-239,1-19-241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11:02:11.9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0 935 6553,'1'84'695,"4"0"0,3 0-1,20 82 1,-15-111-340,3 0 0,2-1 0,2-1 0,2-1 0,41 68 1,83 92 1217,-145-210-1546,0 0 0,1 0-1,0 0 1,-1 0 0,1 0 0,0 0 0,0 0 0,0-1 0,0 1 0,3 1 0,-4-2-21,-1-1 1,1 0 0,0 0 0,-1 0 0,1 0 0,-1 0 0,1 0 0,-1 0 0,1 0 0,-1 0 0,1-1 0,-1 1 0,1 0 0,-1 0-1,1 0 1,-1-1 0,1 1 0,-1 0 0,1 0 0,-1-1 0,1 0 0,12-17 174,1-16-111,-1-1 0,12-51 0,-2 3-346,5 2-168,4 2 1,80-142 0,113-133-794,-65 108 575,-126 190 425,51-113-1,-75 144 157,-1-2-1,-1 1 1,-1-1-1,-1 0 1,-2 0-1,0 0 1,-1-32 0,-2 28-69,2 0 0,8-40 1,3-32-137,-12 73 269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11:02:17.0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496 0 6553,'-46'3'1009,"-75"13"0,65-7-590,37-7-272,-7 1 70,-32 9 1,52-10-169,0 0 0,0 0 0,0 0 1,0 1-1,1-1 0,-1 2 1,1-1-1,0 0 0,0 1 0,-9 8 1,12-9 0,0-1 0,0 1 1,0-1-1,1 1 0,-1-1 1,1 1-1,0 0 0,0 0 1,0 0-1,0 0 0,1-1 0,-1 1 1,1 0-1,-1 0 0,1 6 1,1-4 49,-1 1 0,1 0 0,1 0 0,-1-1-1,1 1 1,0-1 0,5 10 0,2 2 137,2-1 0,0 0-1,1-1 1,16 16-1,20 18 891,80 63 0,66 33 518,52 42 5,-233-175-1586,82 72 314,-80-68-275,-1-1 0,-1 2 0,21 32 0,-32-46-77,0 0 1,0 0 0,-1 0-1,0 0 1,1 0 0,-1 1-1,0-1 1,0 0 0,-1 1-1,1-1 1,-1 0 0,0 1-1,1-1 1,-2 1 0,1-1-1,0 1 1,-1-1 0,0 4-1,0-4 2,-1-1 0,1 1-1,-1 0 1,0-1 0,1 0-1,-1 1 1,0-1 0,0 0 0,-1 0-1,1 0 1,0 0 0,-1 0-1,1-1 1,-1 1 0,0-1-1,1 1 1,-1-1 0,0 0 0,-5 1-1,-12 2 171,1-1 0,-1 0 0,0-2 0,0 0 0,-26-3 0,19 1 216,-46-3 198,-92-18 0,-71-26 650,158 31-1139,61 13-189,0 0 1,1 0-1,-1-2 0,1 0 0,0-1 1,-14-9-1,24 13 32,0-1 1,1-1-1,0 1 0,0 0 0,0-1 1,0 0-1,1-1 0,0 1 1,0 0-1,0-1 0,1 0 0,0 0 1,0 0-1,1-1 0,-1 1 1,1 0-1,0-1 0,0-8 1,-1-8-288,1-36 1,3 21 280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11:02:17.75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6553,'0'12'481,"0"21"240,0 24 0,0 24 240,0 24 0,0 28 481,0 22-241,0 31 722,0 3-1203,0-8 242,0-29-722,0-34 0,0-37-240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11:14:24.3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0 935 6553,'1'84'695,"4"0"0,3 0-1,20 82 1,-15-111-340,3 0 0,2-1 0,2-1 0,2-1 0,41 68 1,83 92 1217,-145-210-1546,0 0 0,1 0-1,0 0 1,-1 0 0,1 0 0,0 0 0,0 0 0,0-1 0,0 1 0,3 1 0,-4-2-21,-1-1 1,1 0 0,0 0 0,-1 0 0,1 0 0,-1 0 0,1 0 0,-1 0 0,1 0 0,-1 0 0,1-1 0,-1 1 0,1 0 0,-1 0-1,1 0 1,-1-1 0,1 1 0,-1 0 0,1 0 0,-1-1 0,1 0 0,12-17 174,1-16-111,-1-1 0,12-51 0,-2 3-346,5 2-168,4 2 1,80-142 0,113-133-794,-65 108 575,-126 190 425,51-113-1,-75 144 157,-1-2-1,-1 1 1,-1-1-1,-1 0 1,-2 0-1,0 0 1,-1-32 0,-2 28-69,2 0 0,8-40 1,3-32-137,-12 73 269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11:14:24.3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496 0 6553,'-46'3'1009,"-75"13"0,65-7-590,37-7-272,-7 1 70,-32 9 1,52-10-169,0 0 0,0 0 0,0 0 1,0 1-1,1-1 0,-1 2 1,1-1-1,0 0 0,0 1 0,-9 8 1,12-9 0,0-1 0,0 1 1,0-1-1,1 1 0,-1-1 1,1 1-1,0 0 0,0 0 1,0 0-1,0 0 0,1-1 0,-1 1 1,1 0-1,-1 0 0,1 6 1,1-4 49,-1 1 0,1 0 0,1 0 0,-1-1-1,1 1 1,0-1 0,5 10 0,2 2 137,2-1 0,0 0-1,1-1 1,16 16-1,20 18 891,80 63 0,66 33 518,52 42 5,-233-175-1586,82 72 314,-80-68-275,-1-1 0,-1 2 0,21 32 0,-32-46-77,0 0 1,0 0 0,-1 0-1,0 0 1,1 0 0,-1 1-1,0-1 1,0 0 0,-1 1-1,1-1 1,-1 0 0,0 1-1,1-1 1,-2 1 0,1-1-1,0 1 1,-1-1 0,0 4-1,0-4 2,-1-1 0,1 1-1,-1 0 1,0-1 0,1 0-1,-1 1 1,0-1 0,0 0 0,-1 0-1,1 0 1,0 0 0,-1 0-1,1-1 1,-1 1 0,0-1-1,1 1 1,-1-1 0,0 0 0,-5 1-1,-12 2 171,1-1 0,-1 0 0,0-2 0,0 0 0,-26-3 0,19 1 216,-46-3 198,-92-18 0,-71-26 650,158 31-1139,61 13-189,0 0 1,1 0-1,-1-2 0,1 0 0,0-1 1,-14-9-1,24 13 32,0-1 1,1-1-1,0 1 0,0 0 0,0-1 1,0 0-1,1-1 0,0 1 1,0 0-1,0-1 0,1 0 0,0 0 1,0 0-1,1-1 0,-1 1 1,1 0-1,0-1 0,0-8 1,-1-8-288,1-36 1,3 21 280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11:14:24.3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6553,'0'12'481,"0"21"240,0 24 0,0 24 240,0 24 0,0 28 481,0 22-241,0 31 722,0 3-1203,0-8 242,0-29-722,0-34 0,0-37-240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11:14:27.5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0 935 6553,'1'84'695,"4"0"0,3 0-1,20 82 1,-15-111-340,3 0 0,2-1 0,2-1 0,2-1 0,41 68 1,83 92 1217,-145-210-1546,0 0 0,1 0-1,0 0 1,-1 0 0,1 0 0,0 0 0,0 0 0,0-1 0,0 1 0,3 1 0,-4-2-21,-1-1 1,1 0 0,0 0 0,-1 0 0,1 0 0,-1 0 0,1 0 0,-1 0 0,1 0 0,-1 0 0,1-1 0,-1 1 0,1 0 0,-1 0-1,1 0 1,-1-1 0,1 1 0,-1 0 0,1 0 0,-1-1 0,1 0 0,12-17 174,1-16-111,-1-1 0,12-51 0,-2 3-346,5 2-168,4 2 1,80-142 0,113-133-794,-65 108 575,-126 190 425,51-113-1,-75 144 157,-1-2-1,-1 1 1,-1-1-1,-1 0 1,-2 0-1,0 0 1,-1-32 0,-2 28-69,2 0 0,8-40 1,3-32-137,-12 73 269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11:14:27.5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496 0 6553,'-46'3'1009,"-75"13"0,65-7-590,37-7-272,-7 1 70,-32 9 1,52-10-169,0 0 0,0 0 0,0 0 1,0 1-1,1-1 0,-1 2 1,1-1-1,0 0 0,0 1 0,-9 8 1,12-9 0,0-1 0,0 1 1,0-1-1,1 1 0,-1-1 1,1 1-1,0 0 0,0 0 1,0 0-1,0 0 0,1-1 0,-1 1 1,1 0-1,-1 0 0,1 6 1,1-4 49,-1 1 0,1 0 0,1 0 0,-1-1-1,1 1 1,0-1 0,5 10 0,2 2 137,2-1 0,0 0-1,1-1 1,16 16-1,20 18 891,80 63 0,66 33 518,52 42 5,-233-175-1586,82 72 314,-80-68-275,-1-1 0,-1 2 0,21 32 0,-32-46-77,0 0 1,0 0 0,-1 0-1,0 0 1,1 0 0,-1 1-1,0-1 1,0 0 0,-1 1-1,1-1 1,-1 0 0,0 1-1,1-1 1,-2 1 0,1-1-1,0 1 1,-1-1 0,0 4-1,0-4 2,-1-1 0,1 1-1,-1 0 1,0-1 0,1 0-1,-1 1 1,0-1 0,0 0 0,-1 0-1,1 0 1,0 0 0,-1 0-1,1-1 1,-1 1 0,0-1-1,1 1 1,-1-1 0,0 0 0,-5 1-1,-12 2 171,1-1 0,-1 0 0,0-2 0,0 0 0,-26-3 0,19 1 216,-46-3 198,-92-18 0,-71-26 650,158 31-1139,61 13-189,0 0 1,1 0-1,-1-2 0,1 0 0,0-1 1,-14-9-1,24 13 32,0-1 1,1-1-1,0 1 0,0 0 0,0-1 1,0 0-1,1-1 0,0 1 1,0 0-1,0-1 0,1 0 0,0 0 1,0 0-1,1-1 0,-1 1 1,1 0-1,0-1 0,0-8 1,-1-8-288,1-36 1,3 21 280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11:14:27.5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6553,'0'12'481,"0"21"240,0 24 0,0 24 240,0 24 0,0 28 481,0 22-241,0 31 722,0 3-1203,0-8 242,0-29-722,0-34 0,0-37-240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11:14:30.0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0 935 6553,'1'84'695,"4"0"0,3 0-1,20 82 1,-15-111-340,3 0 0,2-1 0,2-1 0,2-1 0,41 68 1,83 92 1217,-145-210-1546,0 0 0,1 0-1,0 0 1,-1 0 0,1 0 0,0 0 0,0 0 0,0-1 0,0 1 0,3 1 0,-4-2-21,-1-1 1,1 0 0,0 0 0,-1 0 0,1 0 0,-1 0 0,1 0 0,-1 0 0,1 0 0,-1 0 0,1-1 0,-1 1 0,1 0 0,-1 0-1,1 0 1,-1-1 0,1 1 0,-1 0 0,1 0 0,-1-1 0,1 0 0,12-17 174,1-16-111,-1-1 0,12-51 0,-2 3-346,5 2-168,4 2 1,80-142 0,113-133-794,-65 108 575,-126 190 425,51-113-1,-75 144 157,-1-2-1,-1 1 1,-1-1-1,-1 0 1,-2 0-1,0 0 1,-1-32 0,-2 28-69,2 0 0,8-40 1,3-32-137,-12 73 269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11:14:30.0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496 0 6553,'-46'3'1009,"-75"13"0,65-7-590,37-7-272,-7 1 70,-32 9 1,52-10-169,0 0 0,0 0 0,0 0 1,0 1-1,1-1 0,-1 2 1,1-1-1,0 0 0,0 1 0,-9 8 1,12-9 0,0-1 0,0 1 1,0-1-1,1 1 0,-1-1 1,1 1-1,0 0 0,0 0 1,0 0-1,0 0 0,1-1 0,-1 1 1,1 0-1,-1 0 0,1 6 1,1-4 49,-1 1 0,1 0 0,1 0 0,-1-1-1,1 1 1,0-1 0,5 10 0,2 2 137,2-1 0,0 0-1,1-1 1,16 16-1,20 18 891,80 63 0,66 33 518,52 42 5,-233-175-1586,82 72 314,-80-68-275,-1-1 0,-1 2 0,21 32 0,-32-46-77,0 0 1,0 0 0,-1 0-1,0 0 1,1 0 0,-1 1-1,0-1 1,0 0 0,-1 1-1,1-1 1,-1 0 0,0 1-1,1-1 1,-2 1 0,1-1-1,0 1 1,-1-1 0,0 4-1,0-4 2,-1-1 0,1 1-1,-1 0 1,0-1 0,1 0-1,-1 1 1,0-1 0,0 0 0,-1 0-1,1 0 1,0 0 0,-1 0-1,1-1 1,-1 1 0,0-1-1,1 1 1,-1-1 0,0 0 0,-5 1-1,-12 2 171,1-1 0,-1 0 0,0-2 0,0 0 0,-26-3 0,19 1 216,-46-3 198,-92-18 0,-71-26 650,158 31-1139,61 13-189,0 0 1,1 0-1,-1-2 0,1 0 0,0-1 1,-14-9-1,24 13 32,0-1 1,1-1-1,0 1 0,0 0 0,0-1 1,0 0-1,1-1 0,0 1 1,0 0-1,0-1 0,1 0 0,0 0 1,0 0-1,1-1 0,-1 1 1,1 0-1,0-1 0,0-8 1,-1-8-288,1-36 1,3 21 280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11:14:30.0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6553,'0'12'481,"0"21"240,0 24 0,0 24 240,0 24 0,0 28 481,0 22-241,0 31 722,0 3-1203,0-8 242,0-29-722,0-34 0,0-37-240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0178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48DCF-4826-371B-5BC3-86F5A54E5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053F28-1EE5-93C8-7329-4391DBA1F6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4CC732-5020-66A4-66B4-D51DF73A7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0830B-835A-A288-1F89-04E51C1D33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63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2AE9C-1261-B05C-E8CC-3FCC8F088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B96C54-9ADA-E4FD-B2B3-788E483B9A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233D01-C60E-74E0-7954-BA42B6587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866CF-72DC-316B-E8C7-CCC33D5412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769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Tabelle durch Klicken auf Symbol hinzufügen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B23E7DFA-C760-6399-CA52-7BDB4466E20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2200489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5" imgW="404" imgH="405" progId="TCLayout.ActiveDocument.1">
                  <p:embed/>
                </p:oleObj>
              </mc:Choice>
              <mc:Fallback>
                <p:oleObj name="think-cell Folie" r:id="rId15" imgW="404" imgH="40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23E7DFA-C760-6399-CA52-7BDB4466E2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9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.xml"/><Relationship Id="rId7" Type="http://schemas.microsoft.com/office/2007/relationships/hdphoto" Target="../media/hdphoto1.wdp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11" Type="http://schemas.openxmlformats.org/officeDocument/2006/relationships/image" Target="../media/image6.png"/><Relationship Id="rId5" Type="http://schemas.openxmlformats.org/officeDocument/2006/relationships/image" Target="../media/image1.emf"/><Relationship Id="rId10" Type="http://schemas.openxmlformats.org/officeDocument/2006/relationships/image" Target="../media/image5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customXml" Target="../ink/ink3.xml"/><Relationship Id="rId18" Type="http://schemas.openxmlformats.org/officeDocument/2006/relationships/image" Target="../media/image14.png"/><Relationship Id="rId3" Type="http://schemas.openxmlformats.org/officeDocument/2006/relationships/notesSlide" Target="../notesSlides/notesSlide2.xml"/><Relationship Id="rId7" Type="http://schemas.microsoft.com/office/2007/relationships/hdphoto" Target="../media/hdphoto2.wdp"/><Relationship Id="rId12" Type="http://schemas.openxmlformats.org/officeDocument/2006/relationships/image" Target="../media/image11.png"/><Relationship Id="rId17" Type="http://schemas.openxmlformats.org/officeDocument/2006/relationships/customXml" Target="../ink/ink5.xml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3.png"/><Relationship Id="rId20" Type="http://schemas.openxmlformats.org/officeDocument/2006/relationships/image" Target="../media/image15.png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11" Type="http://schemas.openxmlformats.org/officeDocument/2006/relationships/customXml" Target="../ink/ink2.xml"/><Relationship Id="rId5" Type="http://schemas.openxmlformats.org/officeDocument/2006/relationships/image" Target="../media/image7.emf"/><Relationship Id="rId15" Type="http://schemas.openxmlformats.org/officeDocument/2006/relationships/customXml" Target="../ink/ink4.xml"/><Relationship Id="rId10" Type="http://schemas.openxmlformats.org/officeDocument/2006/relationships/image" Target="../media/image10.png"/><Relationship Id="rId19" Type="http://schemas.openxmlformats.org/officeDocument/2006/relationships/customXml" Target="../ink/ink6.xml"/><Relationship Id="rId4" Type="http://schemas.openxmlformats.org/officeDocument/2006/relationships/oleObject" Target="../embeddings/oleObject3.bin"/><Relationship Id="rId9" Type="http://schemas.openxmlformats.org/officeDocument/2006/relationships/customXml" Target="../ink/ink1.xml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customXml" Target="../ink/ink9.xml"/><Relationship Id="rId18" Type="http://schemas.openxmlformats.org/officeDocument/2006/relationships/customXml" Target="../ink/ink13.xml"/><Relationship Id="rId3" Type="http://schemas.openxmlformats.org/officeDocument/2006/relationships/notesSlide" Target="../notesSlides/notesSlide3.xml"/><Relationship Id="rId7" Type="http://schemas.microsoft.com/office/2007/relationships/hdphoto" Target="../media/hdphoto2.wdp"/><Relationship Id="rId12" Type="http://schemas.openxmlformats.org/officeDocument/2006/relationships/image" Target="../media/image14.png"/><Relationship Id="rId17" Type="http://schemas.openxmlformats.org/officeDocument/2006/relationships/customXml" Target="../ink/ink12.xml"/><Relationship Id="rId2" Type="http://schemas.openxmlformats.org/officeDocument/2006/relationships/slideLayout" Target="../slideLayouts/slideLayout1.xml"/><Relationship Id="rId16" Type="http://schemas.openxmlformats.org/officeDocument/2006/relationships/customXml" Target="../ink/ink11.xml"/><Relationship Id="rId20" Type="http://schemas.openxmlformats.org/officeDocument/2006/relationships/customXml" Target="../ink/ink15.xml"/><Relationship Id="rId1" Type="http://schemas.openxmlformats.org/officeDocument/2006/relationships/tags" Target="../tags/tag4.xml"/><Relationship Id="rId6" Type="http://schemas.openxmlformats.org/officeDocument/2006/relationships/image" Target="../media/image8.png"/><Relationship Id="rId11" Type="http://schemas.openxmlformats.org/officeDocument/2006/relationships/customXml" Target="../ink/ink8.xml"/><Relationship Id="rId5" Type="http://schemas.openxmlformats.org/officeDocument/2006/relationships/image" Target="../media/image7.emf"/><Relationship Id="rId15" Type="http://schemas.openxmlformats.org/officeDocument/2006/relationships/customXml" Target="../ink/ink10.xml"/><Relationship Id="rId10" Type="http://schemas.openxmlformats.org/officeDocument/2006/relationships/image" Target="../media/image13.png"/><Relationship Id="rId19" Type="http://schemas.openxmlformats.org/officeDocument/2006/relationships/customXml" Target="../ink/ink14.xml"/><Relationship Id="rId4" Type="http://schemas.openxmlformats.org/officeDocument/2006/relationships/oleObject" Target="../embeddings/oleObject4.bin"/><Relationship Id="rId9" Type="http://schemas.openxmlformats.org/officeDocument/2006/relationships/customXml" Target="../ink/ink7.xml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.xml"/><Relationship Id="rId5" Type="http://schemas.openxmlformats.org/officeDocument/2006/relationships/image" Target="../media/image17.png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1466F0F-FF47-B697-ECC2-7AE52B7F291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78490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04" imgH="405" progId="TCLayout.ActiveDocument.1">
                  <p:embed/>
                </p:oleObj>
              </mc:Choice>
              <mc:Fallback>
                <p:oleObj name="think-cell Folie" r:id="rId4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1466F0F-FF47-B697-ECC2-7AE52B7F29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Placeholder 7" descr="close up of computer code">
            <a:extLst>
              <a:ext uri="{FF2B5EF4-FFF2-40B4-BE49-F238E27FC236}">
                <a16:creationId xmlns:a16="http://schemas.microsoft.com/office/drawing/2014/main" id="{94D43AA7-0244-2FEB-86AC-B5DECE0232D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6">
            <a:alphaModFix amt="4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2F3FA79-DE26-1F2A-0CF7-5671B73C8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12" y="670143"/>
            <a:ext cx="6605391" cy="1296443"/>
          </a:xfrm>
        </p:spPr>
        <p:txBody>
          <a:bodyPr vert="horz"/>
          <a:lstStyle/>
          <a:p>
            <a:r>
              <a:rPr lang="en-US" dirty="0" err="1">
                <a:latin typeface="Aptos Black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HeatWatch</a:t>
            </a:r>
            <a:br>
              <a:rPr lang="en-US" dirty="0">
                <a:latin typeface="Aptos Black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r>
              <a:rPr lang="en-US" dirty="0">
                <a:latin typeface="Aptos Black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Montgomery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F36901C-E11F-4BC1-ADDE-617D5CB7D5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73783" y="-1161012"/>
            <a:ext cx="7847463" cy="7595481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326CF2E3-8914-5064-D340-17CFEB892C81}"/>
              </a:ext>
            </a:extLst>
          </p:cNvPr>
          <p:cNvSpPr/>
          <p:nvPr/>
        </p:nvSpPr>
        <p:spPr>
          <a:xfrm>
            <a:off x="5302685" y="-688931"/>
            <a:ext cx="6889315" cy="676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Title page: What are we about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A2CE277-4F20-AC67-2F97-4E558960D798}"/>
              </a:ext>
            </a:extLst>
          </p:cNvPr>
          <p:cNvSpPr txBox="1">
            <a:spLocks/>
          </p:cNvSpPr>
          <p:nvPr/>
        </p:nvSpPr>
        <p:spPr>
          <a:xfrm>
            <a:off x="1103847" y="5041842"/>
            <a:ext cx="4992153" cy="889348"/>
          </a:xfrm>
          <a:prstGeom prst="rect">
            <a:avLst/>
          </a:prstGeom>
          <a:noFill/>
        </p:spPr>
        <p:txBody>
          <a:bodyPr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Aptos" panose="020B0004020202020204" pitchFamily="34" charset="0"/>
              </a:rPr>
              <a:t>Presented to you by Team </a:t>
            </a:r>
            <a:r>
              <a:rPr lang="en-US" sz="1800" i="1" dirty="0">
                <a:solidFill>
                  <a:srgbClr val="FF4D5E"/>
                </a:solidFill>
                <a:latin typeface="Aptos" panose="020B0004020202020204" pitchFamily="34" charset="0"/>
              </a:rPr>
              <a:t>GRANT US SHADE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D0792D7-1AA2-C01E-D20F-91EBDD485919}"/>
              </a:ext>
            </a:extLst>
          </p:cNvPr>
          <p:cNvSpPr txBox="1">
            <a:spLocks/>
          </p:cNvSpPr>
          <p:nvPr/>
        </p:nvSpPr>
        <p:spPr>
          <a:xfrm>
            <a:off x="1071467" y="2060531"/>
            <a:ext cx="5272474" cy="576198"/>
          </a:xfrm>
          <a:prstGeom prst="rect">
            <a:avLst/>
          </a:prstGeom>
          <a:noFill/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Aptos" panose="020B0004020202020204" pitchFamily="34" charset="0"/>
              </a:rPr>
              <a:t>Heat-risk intelligence and AI report-generation tool for city teams. </a:t>
            </a:r>
            <a:endParaRPr lang="en-US" sz="1800" i="1" dirty="0">
              <a:solidFill>
                <a:srgbClr val="FF4D5E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2FEDC0F-CAA5-461C-79FB-3B3359CF4BD7}"/>
              </a:ext>
            </a:extLst>
          </p:cNvPr>
          <p:cNvSpPr/>
          <p:nvPr/>
        </p:nvSpPr>
        <p:spPr>
          <a:xfrm>
            <a:off x="133611" y="6363253"/>
            <a:ext cx="3752289" cy="5072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Send me pictures you want a specific headshot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6A739AB-564A-37E8-BF4D-AB443EC5127D}"/>
              </a:ext>
            </a:extLst>
          </p:cNvPr>
          <p:cNvSpPr txBox="1">
            <a:spLocks/>
          </p:cNvSpPr>
          <p:nvPr/>
        </p:nvSpPr>
        <p:spPr>
          <a:xfrm>
            <a:off x="1071466" y="3695060"/>
            <a:ext cx="1486419" cy="889348"/>
          </a:xfrm>
          <a:prstGeom prst="rect">
            <a:avLst/>
          </a:prstGeom>
          <a:noFill/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Aptos" panose="020B0004020202020204" pitchFamily="34" charset="0"/>
              </a:rPr>
              <a:t>Identify priority districts</a:t>
            </a:r>
            <a:endParaRPr lang="en-US" sz="1800" i="1" dirty="0">
              <a:solidFill>
                <a:srgbClr val="FF4D5E"/>
              </a:solidFill>
              <a:latin typeface="Aptos" panose="020B0004020202020204" pitchFamily="34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91634C-F219-7401-E5D4-3E040514FE89}"/>
              </a:ext>
            </a:extLst>
          </p:cNvPr>
          <p:cNvSpPr txBox="1">
            <a:spLocks/>
          </p:cNvSpPr>
          <p:nvPr/>
        </p:nvSpPr>
        <p:spPr>
          <a:xfrm>
            <a:off x="2977549" y="3695060"/>
            <a:ext cx="1154550" cy="889348"/>
          </a:xfrm>
          <a:prstGeom prst="rect">
            <a:avLst/>
          </a:prstGeom>
          <a:noFill/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Aptos" panose="020B0004020202020204" pitchFamily="34" charset="0"/>
              </a:rPr>
              <a:t>Explain risk clearly</a:t>
            </a:r>
            <a:endParaRPr lang="en-US" sz="1800" i="1" dirty="0">
              <a:solidFill>
                <a:srgbClr val="FF4D5E"/>
              </a:solidFill>
              <a:latin typeface="Aptos" panose="020B000402020202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62F2F6B-44C9-61B3-D3EC-EF2085E579FE}"/>
              </a:ext>
            </a:extLst>
          </p:cNvPr>
          <p:cNvSpPr txBox="1">
            <a:spLocks/>
          </p:cNvSpPr>
          <p:nvPr/>
        </p:nvSpPr>
        <p:spPr>
          <a:xfrm>
            <a:off x="4482420" y="3695060"/>
            <a:ext cx="1613580" cy="889348"/>
          </a:xfrm>
          <a:prstGeom prst="rect">
            <a:avLst/>
          </a:prstGeom>
          <a:noFill/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Aptos" panose="020B0004020202020204" pitchFamily="34" charset="0"/>
              </a:rPr>
              <a:t>Generate action-ready report.</a:t>
            </a:r>
            <a:endParaRPr lang="en-US" sz="1800" i="1" dirty="0">
              <a:solidFill>
                <a:srgbClr val="FF4D5E"/>
              </a:solidFill>
              <a:latin typeface="Aptos" panose="020B0004020202020204" pitchFamily="34" charset="0"/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E9BF84EA-F201-8BA4-A65B-14E83010FB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1466" y="2993721"/>
            <a:ext cx="671391" cy="507273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FBE7F0AC-4EF8-BB61-A808-29D34AA30F7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33319" y="2919129"/>
            <a:ext cx="852582" cy="600683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A04B1D43-AE2E-2188-A005-B261FFB0DA4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05515" y="2919129"/>
            <a:ext cx="622278" cy="732092"/>
          </a:xfrm>
          <a:prstGeom prst="rect">
            <a:avLst/>
          </a:prstGeom>
        </p:spPr>
      </p:pic>
      <p:sp>
        <p:nvSpPr>
          <p:cNvPr id="20" name="Rechteck 19">
            <a:extLst>
              <a:ext uri="{FF2B5EF4-FFF2-40B4-BE49-F238E27FC236}">
                <a16:creationId xmlns:a16="http://schemas.microsoft.com/office/drawing/2014/main" id="{BFF07FE1-46BB-C1CE-B8BC-6625842EE456}"/>
              </a:ext>
            </a:extLst>
          </p:cNvPr>
          <p:cNvSpPr/>
          <p:nvPr/>
        </p:nvSpPr>
        <p:spPr>
          <a:xfrm>
            <a:off x="6739003" y="325677"/>
            <a:ext cx="4935255" cy="59498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Picture of HEATWATCH PRODUCT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4694EF60-98A0-DE32-5CF5-688AC8EBFBC3}"/>
              </a:ext>
            </a:extLst>
          </p:cNvPr>
          <p:cNvSpPr/>
          <p:nvPr/>
        </p:nvSpPr>
        <p:spPr>
          <a:xfrm>
            <a:off x="1407161" y="5417565"/>
            <a:ext cx="651353" cy="6513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851E94AA-29E3-BD6C-4427-E847D254A5D5}"/>
              </a:ext>
            </a:extLst>
          </p:cNvPr>
          <p:cNvSpPr/>
          <p:nvPr/>
        </p:nvSpPr>
        <p:spPr>
          <a:xfrm>
            <a:off x="2897376" y="5430206"/>
            <a:ext cx="651353" cy="6513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321B0965-2BD4-4B2D-D5E1-51AB6047CF42}"/>
              </a:ext>
            </a:extLst>
          </p:cNvPr>
          <p:cNvSpPr/>
          <p:nvPr/>
        </p:nvSpPr>
        <p:spPr>
          <a:xfrm>
            <a:off x="4304537" y="5430205"/>
            <a:ext cx="651353" cy="6513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FE8D419-8DF8-A730-8689-224416AD9FBF}"/>
              </a:ext>
            </a:extLst>
          </p:cNvPr>
          <p:cNvSpPr txBox="1">
            <a:spLocks/>
          </p:cNvSpPr>
          <p:nvPr/>
        </p:nvSpPr>
        <p:spPr>
          <a:xfrm>
            <a:off x="151713" y="112852"/>
            <a:ext cx="4992153" cy="363225"/>
          </a:xfrm>
          <a:prstGeom prst="rect">
            <a:avLst/>
          </a:prstGeom>
          <a:noFill/>
        </p:spPr>
        <p:txBody>
          <a:bodyPr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FF4D5E"/>
                </a:solidFill>
                <a:latin typeface="Aptos" panose="020B0004020202020204" pitchFamily="34" charset="0"/>
              </a:rPr>
              <a:t>Title Page</a:t>
            </a:r>
          </a:p>
        </p:txBody>
      </p:sp>
    </p:spTree>
    <p:extLst>
      <p:ext uri="{BB962C8B-B14F-4D97-AF65-F5344CB8AC3E}">
        <p14:creationId xmlns:p14="http://schemas.microsoft.com/office/powerpoint/2010/main" val="467869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1C61C-5BB1-DBC9-42B0-CEA0731B8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147975F-2486-E664-9B17-22356468051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032569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04" imgH="405" progId="TCLayout.ActiveDocument.1">
                  <p:embed/>
                </p:oleObj>
              </mc:Choice>
              <mc:Fallback>
                <p:oleObj name="think-cell Folie" r:id="rId4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147975F-2486-E664-9B17-2235646805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Placeholder 7" descr="close up of computer code">
            <a:extLst>
              <a:ext uri="{FF2B5EF4-FFF2-40B4-BE49-F238E27FC236}">
                <a16:creationId xmlns:a16="http://schemas.microsoft.com/office/drawing/2014/main" id="{83D9D83B-5454-D6B0-56D1-270512C9997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6">
            <a:alphaModFix amt="4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317CF48-F24E-6525-ECE8-A451A3835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12" y="670143"/>
            <a:ext cx="11640854" cy="1296443"/>
          </a:xfrm>
        </p:spPr>
        <p:txBody>
          <a:bodyPr vert="horz"/>
          <a:lstStyle/>
          <a:p>
            <a:r>
              <a:rPr lang="en-US" dirty="0">
                <a:latin typeface="Aptos Black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Heat Risk is uneven, city response is fragmented. 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096E220-BD07-C91D-6E5E-B02053ABB608}"/>
              </a:ext>
            </a:extLst>
          </p:cNvPr>
          <p:cNvSpPr/>
          <p:nvPr/>
        </p:nvSpPr>
        <p:spPr>
          <a:xfrm>
            <a:off x="4605515" y="-688931"/>
            <a:ext cx="7586485" cy="676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Challenge Statement: Heat Risk is uneven, city response is fragmented. Fundings are provided but it takes manual effort from limited city resources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9FAD49F-53AD-0B8C-600C-10A856F72607}"/>
              </a:ext>
            </a:extLst>
          </p:cNvPr>
          <p:cNvSpPr txBox="1">
            <a:spLocks/>
          </p:cNvSpPr>
          <p:nvPr/>
        </p:nvSpPr>
        <p:spPr>
          <a:xfrm>
            <a:off x="1071467" y="2060531"/>
            <a:ext cx="10227010" cy="576198"/>
          </a:xfrm>
          <a:prstGeom prst="rect">
            <a:avLst/>
          </a:prstGeom>
          <a:noFill/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Aptos" panose="020B0004020202020204" pitchFamily="34" charset="0"/>
              </a:rPr>
              <a:t>Fundings are provided but it takes manual effort from limited city resources. Poorer districts have lesser resources for administrative proceedings such as grant application report filings.</a:t>
            </a:r>
            <a:endParaRPr lang="en-US" sz="1800" i="1" dirty="0">
              <a:solidFill>
                <a:srgbClr val="FF4D5E"/>
              </a:solidFill>
              <a:latin typeface="Aptos" panose="020B0004020202020204" pitchFamily="34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6179487-BC25-D274-6ECF-2ACE464CD2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13212" y="557409"/>
            <a:ext cx="6487430" cy="5820587"/>
          </a:xfrm>
          <a:prstGeom prst="rect">
            <a:avLst/>
          </a:prstGeom>
        </p:spPr>
      </p:pic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1414CCE0-CEDD-FB71-837B-801657A627FF}"/>
              </a:ext>
            </a:extLst>
          </p:cNvPr>
          <p:cNvSpPr txBox="1">
            <a:spLocks/>
          </p:cNvSpPr>
          <p:nvPr/>
        </p:nvSpPr>
        <p:spPr>
          <a:xfrm>
            <a:off x="151713" y="112852"/>
            <a:ext cx="4992153" cy="363225"/>
          </a:xfrm>
          <a:prstGeom prst="rect">
            <a:avLst/>
          </a:prstGeom>
          <a:noFill/>
        </p:spPr>
        <p:txBody>
          <a:bodyPr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FF4D5E"/>
                </a:solidFill>
                <a:latin typeface="Aptos" panose="020B0004020202020204" pitchFamily="34" charset="0"/>
              </a:rPr>
              <a:t>Challenge Statement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3E141858-69AF-E5E5-16C9-8B3516A377D4}"/>
              </a:ext>
            </a:extLst>
          </p:cNvPr>
          <p:cNvSpPr/>
          <p:nvPr/>
        </p:nvSpPr>
        <p:spPr>
          <a:xfrm>
            <a:off x="1517390" y="2963530"/>
            <a:ext cx="651353" cy="6513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0AF95CD3-0958-9690-3F7F-68490DD6B05F}"/>
              </a:ext>
            </a:extLst>
          </p:cNvPr>
          <p:cNvSpPr/>
          <p:nvPr/>
        </p:nvSpPr>
        <p:spPr>
          <a:xfrm>
            <a:off x="4049037" y="3028940"/>
            <a:ext cx="651353" cy="6513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055BE1BB-8E2E-CE70-9A94-F5267650C82A}"/>
              </a:ext>
            </a:extLst>
          </p:cNvPr>
          <p:cNvSpPr/>
          <p:nvPr/>
        </p:nvSpPr>
        <p:spPr>
          <a:xfrm>
            <a:off x="6272257" y="2996798"/>
            <a:ext cx="651353" cy="6513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ABD34EEE-48DF-6A5B-9D06-75880D7AABA3}"/>
              </a:ext>
            </a:extLst>
          </p:cNvPr>
          <p:cNvSpPr/>
          <p:nvPr/>
        </p:nvSpPr>
        <p:spPr>
          <a:xfrm>
            <a:off x="9080175" y="3100192"/>
            <a:ext cx="651353" cy="6513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8B30D196-0DAC-5A03-0D36-9EFF6DD6C67E}"/>
              </a:ext>
            </a:extLst>
          </p:cNvPr>
          <p:cNvSpPr txBox="1">
            <a:spLocks/>
          </p:cNvSpPr>
          <p:nvPr/>
        </p:nvSpPr>
        <p:spPr>
          <a:xfrm>
            <a:off x="840534" y="3691164"/>
            <a:ext cx="2842118" cy="576198"/>
          </a:xfrm>
          <a:prstGeom prst="rect">
            <a:avLst/>
          </a:prstGeom>
          <a:noFill/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Aptos" panose="020B0004020202020204" pitchFamily="34" charset="0"/>
              </a:rPr>
              <a:t>City suffers from heat related problems</a:t>
            </a:r>
            <a:endParaRPr lang="en-US" sz="1800" i="1" dirty="0">
              <a:solidFill>
                <a:srgbClr val="FF4D5E"/>
              </a:solidFill>
              <a:latin typeface="Aptos" panose="020B0004020202020204" pitchFamily="34" charset="0"/>
            </a:endParaRP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8F9BC04D-AC69-0502-E298-9BA99962CAB4}"/>
              </a:ext>
            </a:extLst>
          </p:cNvPr>
          <p:cNvSpPr txBox="1">
            <a:spLocks/>
          </p:cNvSpPr>
          <p:nvPr/>
        </p:nvSpPr>
        <p:spPr>
          <a:xfrm>
            <a:off x="3605008" y="3724432"/>
            <a:ext cx="2234210" cy="576198"/>
          </a:xfrm>
          <a:prstGeom prst="rect">
            <a:avLst/>
          </a:prstGeom>
          <a:noFill/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Aptos" panose="020B0004020202020204" pitchFamily="34" charset="0"/>
              </a:rPr>
              <a:t>City has funding options but require hard evidence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999CCE59-E07C-3CBA-BE4F-FB1794E492D1}"/>
              </a:ext>
            </a:extLst>
          </p:cNvPr>
          <p:cNvSpPr txBox="1">
            <a:spLocks/>
          </p:cNvSpPr>
          <p:nvPr/>
        </p:nvSpPr>
        <p:spPr>
          <a:xfrm>
            <a:off x="5954038" y="3740503"/>
            <a:ext cx="2407079" cy="576198"/>
          </a:xfrm>
          <a:prstGeom prst="rect">
            <a:avLst/>
          </a:prstGeom>
          <a:noFill/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Aptos" panose="020B0004020202020204" pitchFamily="34" charset="0"/>
              </a:rPr>
              <a:t>Richer districts applies for funding and evidence backing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F8234124-B41C-3C61-DCD8-CAFA98857D0E}"/>
              </a:ext>
            </a:extLst>
          </p:cNvPr>
          <p:cNvSpPr/>
          <p:nvPr/>
        </p:nvSpPr>
        <p:spPr>
          <a:xfrm>
            <a:off x="6272257" y="4751925"/>
            <a:ext cx="651353" cy="6513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3A80AFB9-5765-6A0F-008C-D8C79F20A928}"/>
              </a:ext>
            </a:extLst>
          </p:cNvPr>
          <p:cNvSpPr txBox="1">
            <a:spLocks/>
          </p:cNvSpPr>
          <p:nvPr/>
        </p:nvSpPr>
        <p:spPr>
          <a:xfrm>
            <a:off x="5954039" y="5495630"/>
            <a:ext cx="2676394" cy="576198"/>
          </a:xfrm>
          <a:prstGeom prst="rect">
            <a:avLst/>
          </a:prstGeom>
          <a:noFill/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Aptos" panose="020B0004020202020204" pitchFamily="34" charset="0"/>
              </a:rPr>
              <a:t>Poor districts prioritizes more pressing issues than application of grant</a:t>
            </a:r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71ED7E00-7B05-0541-932D-AB88C14181DF}"/>
              </a:ext>
            </a:extLst>
          </p:cNvPr>
          <p:cNvSpPr txBox="1">
            <a:spLocks/>
          </p:cNvSpPr>
          <p:nvPr/>
        </p:nvSpPr>
        <p:spPr>
          <a:xfrm>
            <a:off x="8848592" y="3789122"/>
            <a:ext cx="2407079" cy="576198"/>
          </a:xfrm>
          <a:prstGeom prst="rect">
            <a:avLst/>
          </a:prstGeom>
          <a:noFill/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Aptos" panose="020B0004020202020204" pitchFamily="34" charset="0"/>
              </a:rPr>
              <a:t>Funding gets approved for improvement programs</a:t>
            </a:r>
          </a:p>
        </p:txBody>
      </p:sp>
      <p:sp>
        <p:nvSpPr>
          <p:cNvPr id="39" name="Pfeil: nach rechts 38">
            <a:extLst>
              <a:ext uri="{FF2B5EF4-FFF2-40B4-BE49-F238E27FC236}">
                <a16:creationId xmlns:a16="http://schemas.microsoft.com/office/drawing/2014/main" id="{9C3F6446-DBCF-9A4A-F59B-D552F5716BF7}"/>
              </a:ext>
            </a:extLst>
          </p:cNvPr>
          <p:cNvSpPr/>
          <p:nvPr/>
        </p:nvSpPr>
        <p:spPr>
          <a:xfrm>
            <a:off x="2866225" y="3142026"/>
            <a:ext cx="761600" cy="3256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Pfeil: nach rechts 39">
            <a:extLst>
              <a:ext uri="{FF2B5EF4-FFF2-40B4-BE49-F238E27FC236}">
                <a16:creationId xmlns:a16="http://schemas.microsoft.com/office/drawing/2014/main" id="{C5F505CC-E5F2-439A-5CDD-67D337310518}"/>
              </a:ext>
            </a:extLst>
          </p:cNvPr>
          <p:cNvSpPr/>
          <p:nvPr/>
        </p:nvSpPr>
        <p:spPr>
          <a:xfrm>
            <a:off x="5250195" y="3191777"/>
            <a:ext cx="761600" cy="3256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Pfeil: nach rechts 40">
            <a:extLst>
              <a:ext uri="{FF2B5EF4-FFF2-40B4-BE49-F238E27FC236}">
                <a16:creationId xmlns:a16="http://schemas.microsoft.com/office/drawing/2014/main" id="{CA8847DC-3585-B963-37C2-5A087ED158C7}"/>
              </a:ext>
            </a:extLst>
          </p:cNvPr>
          <p:cNvSpPr/>
          <p:nvPr/>
        </p:nvSpPr>
        <p:spPr>
          <a:xfrm>
            <a:off x="7634165" y="3241528"/>
            <a:ext cx="761600" cy="3256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Pfeil: nach rechts 41">
            <a:extLst>
              <a:ext uri="{FF2B5EF4-FFF2-40B4-BE49-F238E27FC236}">
                <a16:creationId xmlns:a16="http://schemas.microsoft.com/office/drawing/2014/main" id="{012DFB1D-E836-1745-170C-A85657D966E5}"/>
              </a:ext>
            </a:extLst>
          </p:cNvPr>
          <p:cNvSpPr/>
          <p:nvPr/>
        </p:nvSpPr>
        <p:spPr>
          <a:xfrm>
            <a:off x="7740588" y="4958932"/>
            <a:ext cx="761600" cy="325677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9F04E2B3-0525-893D-5091-90494BB7812C}"/>
              </a:ext>
            </a:extLst>
          </p:cNvPr>
          <p:cNvSpPr/>
          <p:nvPr/>
        </p:nvSpPr>
        <p:spPr>
          <a:xfrm>
            <a:off x="9124686" y="4776671"/>
            <a:ext cx="651353" cy="651353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3D42CDF2-4DE5-CFA5-7BEF-38180E400D6E}"/>
              </a:ext>
            </a:extLst>
          </p:cNvPr>
          <p:cNvSpPr txBox="1">
            <a:spLocks/>
          </p:cNvSpPr>
          <p:nvPr/>
        </p:nvSpPr>
        <p:spPr>
          <a:xfrm>
            <a:off x="8848591" y="5516668"/>
            <a:ext cx="2800614" cy="576198"/>
          </a:xfrm>
          <a:prstGeom prst="rect">
            <a:avLst/>
          </a:prstGeom>
          <a:noFill/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Aptos" panose="020B0004020202020204" pitchFamily="34" charset="0"/>
              </a:rPr>
              <a:t>With HEATWATCH, cities spend 10% of total resource and still apply for funds</a:t>
            </a:r>
          </a:p>
        </p:txBody>
      </p:sp>
      <p:sp>
        <p:nvSpPr>
          <p:cNvPr id="45" name="Pfeil: nach rechts 44">
            <a:extLst>
              <a:ext uri="{FF2B5EF4-FFF2-40B4-BE49-F238E27FC236}">
                <a16:creationId xmlns:a16="http://schemas.microsoft.com/office/drawing/2014/main" id="{83F7B165-DA84-7557-46B6-A78C21C12BFC}"/>
              </a:ext>
            </a:extLst>
          </p:cNvPr>
          <p:cNvSpPr/>
          <p:nvPr/>
        </p:nvSpPr>
        <p:spPr>
          <a:xfrm>
            <a:off x="10494071" y="5021890"/>
            <a:ext cx="761600" cy="325677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Pfeil: nach rechts 45">
            <a:extLst>
              <a:ext uri="{FF2B5EF4-FFF2-40B4-BE49-F238E27FC236}">
                <a16:creationId xmlns:a16="http://schemas.microsoft.com/office/drawing/2014/main" id="{D2C05F90-4E6C-3A72-BB24-53ADF7F782B8}"/>
              </a:ext>
            </a:extLst>
          </p:cNvPr>
          <p:cNvSpPr/>
          <p:nvPr/>
        </p:nvSpPr>
        <p:spPr>
          <a:xfrm>
            <a:off x="10415938" y="3256243"/>
            <a:ext cx="761600" cy="325677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Pfeil: nach oben gebogen 46">
            <a:extLst>
              <a:ext uri="{FF2B5EF4-FFF2-40B4-BE49-F238E27FC236}">
                <a16:creationId xmlns:a16="http://schemas.microsoft.com/office/drawing/2014/main" id="{846797FA-5910-27E5-E615-4CFAAB0D3229}"/>
              </a:ext>
            </a:extLst>
          </p:cNvPr>
          <p:cNvSpPr/>
          <p:nvPr/>
        </p:nvSpPr>
        <p:spPr>
          <a:xfrm rot="5400000">
            <a:off x="4581442" y="4538947"/>
            <a:ext cx="713984" cy="1022574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51D1D609-1AC0-5892-4466-C995C9BF9401}"/>
              </a:ext>
            </a:extLst>
          </p:cNvPr>
          <p:cNvGrpSpPr/>
          <p:nvPr/>
        </p:nvGrpSpPr>
        <p:grpSpPr>
          <a:xfrm>
            <a:off x="11524044" y="4596682"/>
            <a:ext cx="610200" cy="898560"/>
            <a:chOff x="11524044" y="4596682"/>
            <a:chExt cx="610200" cy="89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9" name="Freihand 48">
                  <a:extLst>
                    <a:ext uri="{FF2B5EF4-FFF2-40B4-BE49-F238E27FC236}">
                      <a16:creationId xmlns:a16="http://schemas.microsoft.com/office/drawing/2014/main" id="{1746D0A4-7869-6498-A9D4-39E04FAF4DAF}"/>
                    </a:ext>
                  </a:extLst>
                </p14:cNvPr>
                <p14:cNvContentPartPr/>
                <p14:nvPr/>
              </p14:nvContentPartPr>
              <p14:xfrm>
                <a:off x="11524044" y="5069002"/>
                <a:ext cx="610200" cy="426240"/>
              </p14:xfrm>
            </p:contentPart>
          </mc:Choice>
          <mc:Fallback>
            <p:pic>
              <p:nvPicPr>
                <p:cNvPr id="49" name="Freihand 48">
                  <a:extLst>
                    <a:ext uri="{FF2B5EF4-FFF2-40B4-BE49-F238E27FC236}">
                      <a16:creationId xmlns:a16="http://schemas.microsoft.com/office/drawing/2014/main" id="{1746D0A4-7869-6498-A9D4-39E04FAF4DA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506404" y="5051002"/>
                  <a:ext cx="64584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50" name="Freihand 49">
                  <a:extLst>
                    <a:ext uri="{FF2B5EF4-FFF2-40B4-BE49-F238E27FC236}">
                      <a16:creationId xmlns:a16="http://schemas.microsoft.com/office/drawing/2014/main" id="{B989B05B-37C7-898E-D95E-8067B6AC88AF}"/>
                    </a:ext>
                  </a:extLst>
                </p14:cNvPr>
                <p14:cNvContentPartPr/>
                <p14:nvPr/>
              </p14:nvContentPartPr>
              <p14:xfrm>
                <a:off x="11609004" y="4712242"/>
                <a:ext cx="265680" cy="338400"/>
              </p14:xfrm>
            </p:contentPart>
          </mc:Choice>
          <mc:Fallback>
            <p:pic>
              <p:nvPicPr>
                <p:cNvPr id="50" name="Freihand 49">
                  <a:extLst>
                    <a:ext uri="{FF2B5EF4-FFF2-40B4-BE49-F238E27FC236}">
                      <a16:creationId xmlns:a16="http://schemas.microsoft.com/office/drawing/2014/main" id="{B989B05B-37C7-898E-D95E-8067B6AC88A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591004" y="4694602"/>
                  <a:ext cx="30132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51" name="Freihand 50">
                  <a:extLst>
                    <a:ext uri="{FF2B5EF4-FFF2-40B4-BE49-F238E27FC236}">
                      <a16:creationId xmlns:a16="http://schemas.microsoft.com/office/drawing/2014/main" id="{D9C2924B-CF5B-46C9-3A19-F73E78A03AD7}"/>
                    </a:ext>
                  </a:extLst>
                </p14:cNvPr>
                <p14:cNvContentPartPr/>
                <p14:nvPr/>
              </p14:nvContentPartPr>
              <p14:xfrm>
                <a:off x="11776764" y="4596682"/>
                <a:ext cx="23040" cy="735120"/>
              </p14:xfrm>
            </p:contentPart>
          </mc:Choice>
          <mc:Fallback>
            <p:pic>
              <p:nvPicPr>
                <p:cNvPr id="51" name="Freihand 50">
                  <a:extLst>
                    <a:ext uri="{FF2B5EF4-FFF2-40B4-BE49-F238E27FC236}">
                      <a16:creationId xmlns:a16="http://schemas.microsoft.com/office/drawing/2014/main" id="{D9C2924B-CF5B-46C9-3A19-F73E78A03AD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759124" y="4578682"/>
                  <a:ext cx="58680" cy="77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5D17C448-588E-7F72-6070-9B92C0D22303}"/>
              </a:ext>
            </a:extLst>
          </p:cNvPr>
          <p:cNvGrpSpPr/>
          <p:nvPr/>
        </p:nvGrpSpPr>
        <p:grpSpPr>
          <a:xfrm>
            <a:off x="11536284" y="2542882"/>
            <a:ext cx="451440" cy="1189440"/>
            <a:chOff x="11536284" y="2542882"/>
            <a:chExt cx="451440" cy="118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48" name="Freihand 47">
                  <a:extLst>
                    <a:ext uri="{FF2B5EF4-FFF2-40B4-BE49-F238E27FC236}">
                      <a16:creationId xmlns:a16="http://schemas.microsoft.com/office/drawing/2014/main" id="{BCB29B8B-9574-936C-D5A7-028C85D60126}"/>
                    </a:ext>
                  </a:extLst>
                </p14:cNvPr>
                <p14:cNvContentPartPr/>
                <p14:nvPr/>
              </p14:nvContentPartPr>
              <p14:xfrm>
                <a:off x="11536284" y="3020242"/>
                <a:ext cx="439560" cy="712080"/>
              </p14:xfrm>
            </p:contentPart>
          </mc:Choice>
          <mc:Fallback>
            <p:pic>
              <p:nvPicPr>
                <p:cNvPr id="48" name="Freihand 47">
                  <a:extLst>
                    <a:ext uri="{FF2B5EF4-FFF2-40B4-BE49-F238E27FC236}">
                      <a16:creationId xmlns:a16="http://schemas.microsoft.com/office/drawing/2014/main" id="{BCB29B8B-9574-936C-D5A7-028C85D6012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518284" y="3002242"/>
                  <a:ext cx="475200" cy="74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52" name="Freihand 51">
                  <a:extLst>
                    <a:ext uri="{FF2B5EF4-FFF2-40B4-BE49-F238E27FC236}">
                      <a16:creationId xmlns:a16="http://schemas.microsoft.com/office/drawing/2014/main" id="{5D91DDE3-5B08-3F33-6CC2-2F77613BE696}"/>
                    </a:ext>
                  </a:extLst>
                </p14:cNvPr>
                <p14:cNvContentPartPr/>
                <p14:nvPr/>
              </p14:nvContentPartPr>
              <p14:xfrm>
                <a:off x="11633484" y="2618122"/>
                <a:ext cx="354240" cy="391320"/>
              </p14:xfrm>
            </p:contentPart>
          </mc:Choice>
          <mc:Fallback>
            <p:pic>
              <p:nvPicPr>
                <p:cNvPr id="52" name="Freihand 51">
                  <a:extLst>
                    <a:ext uri="{FF2B5EF4-FFF2-40B4-BE49-F238E27FC236}">
                      <a16:creationId xmlns:a16="http://schemas.microsoft.com/office/drawing/2014/main" id="{5D91DDE3-5B08-3F33-6CC2-2F77613BE69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615844" y="2600122"/>
                  <a:ext cx="38988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53" name="Freihand 52">
                  <a:extLst>
                    <a:ext uri="{FF2B5EF4-FFF2-40B4-BE49-F238E27FC236}">
                      <a16:creationId xmlns:a16="http://schemas.microsoft.com/office/drawing/2014/main" id="{E829166E-4D87-F224-B2DD-4E45E0F829B5}"/>
                    </a:ext>
                  </a:extLst>
                </p14:cNvPr>
                <p14:cNvContentPartPr/>
                <p14:nvPr/>
              </p14:nvContentPartPr>
              <p14:xfrm>
                <a:off x="11762004" y="2542882"/>
                <a:ext cx="360" cy="534240"/>
              </p14:xfrm>
            </p:contentPart>
          </mc:Choice>
          <mc:Fallback>
            <p:pic>
              <p:nvPicPr>
                <p:cNvPr id="53" name="Freihand 52">
                  <a:extLst>
                    <a:ext uri="{FF2B5EF4-FFF2-40B4-BE49-F238E27FC236}">
                      <a16:creationId xmlns:a16="http://schemas.microsoft.com/office/drawing/2014/main" id="{E829166E-4D87-F224-B2DD-4E45E0F829B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744004" y="2524882"/>
                  <a:ext cx="36000" cy="5698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7" name="Rechteck 56">
            <a:extLst>
              <a:ext uri="{FF2B5EF4-FFF2-40B4-BE49-F238E27FC236}">
                <a16:creationId xmlns:a16="http://schemas.microsoft.com/office/drawing/2014/main" id="{F2FD6763-7FE7-478B-2E16-E71118775583}"/>
              </a:ext>
            </a:extLst>
          </p:cNvPr>
          <p:cNvSpPr/>
          <p:nvPr/>
        </p:nvSpPr>
        <p:spPr>
          <a:xfrm>
            <a:off x="332514" y="6970852"/>
            <a:ext cx="6700276" cy="36866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Social Impact, City Efficiency, &amp; Funding Readiness</a:t>
            </a:r>
          </a:p>
          <a:p>
            <a:r>
              <a:rPr lang="en-US" dirty="0"/>
              <a:t>Converting raw data into high-fidelity, funding-ready documentation to accelerate urban development and community support.</a:t>
            </a:r>
          </a:p>
          <a:p>
            <a:r>
              <a:rPr lang="en-US" dirty="0"/>
              <a:t>People</a:t>
            </a:r>
            <a:br>
              <a:rPr lang="en-US" dirty="0"/>
            </a:br>
            <a:r>
              <a:rPr lang="en-US" dirty="0"/>
              <a:t>Visibility for vulnerable residents through hyper-local data mapping and social vulnerability index integration.</a:t>
            </a:r>
          </a:p>
          <a:p>
            <a:r>
              <a:rPr lang="en-US" dirty="0"/>
              <a:t>City Operations</a:t>
            </a:r>
            <a:br>
              <a:rPr lang="en-US" dirty="0"/>
            </a:br>
            <a:r>
              <a:rPr lang="en-US" dirty="0"/>
              <a:t>Faster prioritization for municipal needs with automated workflows and cross-departmental data synchronization.</a:t>
            </a:r>
          </a:p>
          <a:p>
            <a:r>
              <a:rPr lang="en-US" dirty="0"/>
              <a:t>Economics</a:t>
            </a:r>
            <a:br>
              <a:rPr lang="en-US" dirty="0"/>
            </a:br>
            <a:r>
              <a:rPr lang="en-US" dirty="0"/>
              <a:t>AI-assisted reporting reduces manual effort, allowing staff to focus on strategy rather than documentation.</a:t>
            </a:r>
          </a:p>
          <a:p>
            <a:pPr algn="ctr"/>
            <a:endParaRPr lang="en-US" dirty="0"/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46853757-DE92-7567-D015-DB1BA20D8A42}"/>
              </a:ext>
            </a:extLst>
          </p:cNvPr>
          <p:cNvSpPr/>
          <p:nvPr/>
        </p:nvSpPr>
        <p:spPr>
          <a:xfrm>
            <a:off x="773645" y="4767996"/>
            <a:ext cx="3397676" cy="166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Vulnerability and safety for the</a:t>
            </a:r>
            <a:br>
              <a:rPr lang="en-US" dirty="0"/>
            </a:br>
            <a:r>
              <a:rPr lang="en-US" dirty="0"/>
              <a:t>ELDERLY</a:t>
            </a:r>
            <a:br>
              <a:rPr lang="en-US" dirty="0"/>
            </a:br>
            <a:r>
              <a:rPr lang="en-US" dirty="0"/>
              <a:t>LOWER INCOME</a:t>
            </a:r>
          </a:p>
          <a:p>
            <a:r>
              <a:rPr lang="en-US" dirty="0"/>
              <a:t>INFRASTRUCTURE</a:t>
            </a:r>
          </a:p>
          <a:p>
            <a:r>
              <a:rPr lang="en-US" dirty="0"/>
              <a:t>GREEN CANOPY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109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055E4-B904-F373-EADE-A79A5695A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DE451B6-0821-2C7B-801D-F8452C0EB2E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73017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04" imgH="405" progId="TCLayout.ActiveDocument.1">
                  <p:embed/>
                </p:oleObj>
              </mc:Choice>
              <mc:Fallback>
                <p:oleObj name="think-cell Folie" r:id="rId4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DE451B6-0821-2C7B-801D-F8452C0EB2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Placeholder 7" descr="close up of computer code">
            <a:extLst>
              <a:ext uri="{FF2B5EF4-FFF2-40B4-BE49-F238E27FC236}">
                <a16:creationId xmlns:a16="http://schemas.microsoft.com/office/drawing/2014/main" id="{7AAE6D0D-60CF-DC84-37A8-FE4F91074D7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6">
            <a:alphaModFix amt="4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B02685C-6564-D41A-DE5B-35A73D7C1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12" y="670143"/>
            <a:ext cx="11640854" cy="1296443"/>
          </a:xfrm>
        </p:spPr>
        <p:txBody>
          <a:bodyPr vert="horz"/>
          <a:lstStyle/>
          <a:p>
            <a:r>
              <a:rPr lang="en-US" dirty="0">
                <a:latin typeface="Aptos Black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Individual, city, economics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9671D0C-D5E5-F6F2-2C66-D7A4DD9404EE}"/>
              </a:ext>
            </a:extLst>
          </p:cNvPr>
          <p:cNvSpPr/>
          <p:nvPr/>
        </p:nvSpPr>
        <p:spPr>
          <a:xfrm>
            <a:off x="4605515" y="-688931"/>
            <a:ext cx="7586485" cy="676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Why this matters: Persona page – telling the story of benefits from different </a:t>
            </a:r>
            <a:r>
              <a:rPr lang="en-US" dirty="0" err="1"/>
              <a:t>pov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FE1683E-3438-F1D2-D826-75E5EE2786EE}"/>
              </a:ext>
            </a:extLst>
          </p:cNvPr>
          <p:cNvSpPr txBox="1">
            <a:spLocks/>
          </p:cNvSpPr>
          <p:nvPr/>
        </p:nvSpPr>
        <p:spPr>
          <a:xfrm>
            <a:off x="8870367" y="2176959"/>
            <a:ext cx="2904099" cy="576198"/>
          </a:xfrm>
          <a:prstGeom prst="rect">
            <a:avLst/>
          </a:prstGeom>
          <a:noFill/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Aptos" panose="020B0004020202020204" pitchFamily="34" charset="0"/>
              </a:rPr>
              <a:t>We have the right expertise in this topics</a:t>
            </a:r>
            <a:endParaRPr lang="en-US" sz="1800" i="1" dirty="0">
              <a:solidFill>
                <a:srgbClr val="FF4D5E"/>
              </a:solidFill>
              <a:latin typeface="Aptos" panose="020B0004020202020204" pitchFamily="34" charset="0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24719E03-A331-DB9B-AB07-F1096E2852C2}"/>
              </a:ext>
            </a:extLst>
          </p:cNvPr>
          <p:cNvSpPr txBox="1">
            <a:spLocks/>
          </p:cNvSpPr>
          <p:nvPr/>
        </p:nvSpPr>
        <p:spPr>
          <a:xfrm>
            <a:off x="151713" y="112852"/>
            <a:ext cx="4992153" cy="363225"/>
          </a:xfrm>
          <a:prstGeom prst="rect">
            <a:avLst/>
          </a:prstGeom>
          <a:noFill/>
        </p:spPr>
        <p:txBody>
          <a:bodyPr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FF4D5E"/>
                </a:solidFill>
                <a:latin typeface="Aptos" panose="020B0004020202020204" pitchFamily="34" charset="0"/>
              </a:rPr>
              <a:t>Why this matters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E5641DA1-FA2B-E0AF-23FE-98E31823AA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69251" y="1234438"/>
            <a:ext cx="5229955" cy="4858428"/>
          </a:xfrm>
          <a:prstGeom prst="rect">
            <a:avLst/>
          </a:prstGeom>
        </p:spPr>
      </p:pic>
      <p:sp>
        <p:nvSpPr>
          <p:cNvPr id="15" name="Ellipse 14">
            <a:extLst>
              <a:ext uri="{FF2B5EF4-FFF2-40B4-BE49-F238E27FC236}">
                <a16:creationId xmlns:a16="http://schemas.microsoft.com/office/drawing/2014/main" id="{1A412F81-FCD5-5000-4552-E162E400202B}"/>
              </a:ext>
            </a:extLst>
          </p:cNvPr>
          <p:cNvSpPr/>
          <p:nvPr/>
        </p:nvSpPr>
        <p:spPr>
          <a:xfrm>
            <a:off x="9000098" y="2773932"/>
            <a:ext cx="651353" cy="6513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EE71B7DD-F7B2-D31C-A1BB-049011B9DEF8}"/>
              </a:ext>
            </a:extLst>
          </p:cNvPr>
          <p:cNvSpPr/>
          <p:nvPr/>
        </p:nvSpPr>
        <p:spPr>
          <a:xfrm>
            <a:off x="9000098" y="4096011"/>
            <a:ext cx="651353" cy="6513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C2509280-5D81-3991-8EAD-EEE35D2045A3}"/>
              </a:ext>
            </a:extLst>
          </p:cNvPr>
          <p:cNvSpPr/>
          <p:nvPr/>
        </p:nvSpPr>
        <p:spPr>
          <a:xfrm>
            <a:off x="9000098" y="5418090"/>
            <a:ext cx="651353" cy="65135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CD14EAE-9F61-43D3-2D9F-A8DCFEBBDF56}"/>
              </a:ext>
            </a:extLst>
          </p:cNvPr>
          <p:cNvSpPr txBox="1">
            <a:spLocks/>
          </p:cNvSpPr>
          <p:nvPr/>
        </p:nvSpPr>
        <p:spPr>
          <a:xfrm>
            <a:off x="9753321" y="2963530"/>
            <a:ext cx="2332329" cy="576198"/>
          </a:xfrm>
          <a:prstGeom prst="rect">
            <a:avLst/>
          </a:prstGeom>
          <a:noFill/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Aptos" panose="020B0004020202020204" pitchFamily="34" charset="0"/>
              </a:rPr>
              <a:t>Our profiles here</a:t>
            </a:r>
            <a:endParaRPr lang="en-US" sz="1800" i="1" dirty="0">
              <a:solidFill>
                <a:srgbClr val="FF4D5E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98BB9ADB-E773-7178-E492-FDA1BA0A520F}"/>
              </a:ext>
            </a:extLst>
          </p:cNvPr>
          <p:cNvSpPr/>
          <p:nvPr/>
        </p:nvSpPr>
        <p:spPr>
          <a:xfrm>
            <a:off x="841711" y="2222950"/>
            <a:ext cx="3397676" cy="37461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Target audience:</a:t>
            </a:r>
          </a:p>
          <a:p>
            <a:r>
              <a:rPr lang="en-US" dirty="0"/>
              <a:t>Grant application </a:t>
            </a:r>
            <a:r>
              <a:rPr lang="en-US" dirty="0" err="1"/>
              <a:t>municiple</a:t>
            </a:r>
            <a:r>
              <a:rPr lang="en-US" dirty="0"/>
              <a:t> staff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challenges: </a:t>
            </a:r>
            <a:r>
              <a:rPr lang="en-US" dirty="0" err="1"/>
              <a:t>xxxx</a:t>
            </a:r>
            <a:endParaRPr lang="en-US" dirty="0"/>
          </a:p>
          <a:p>
            <a:endParaRPr lang="en-US" dirty="0"/>
          </a:p>
          <a:p>
            <a:r>
              <a:rPr lang="en-US" dirty="0"/>
              <a:t>Benefits: xxx</a:t>
            </a:r>
          </a:p>
          <a:p>
            <a:pPr algn="ctr"/>
            <a:endParaRPr lang="en-US" dirty="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85F9BAC-DAEB-3562-8AC1-1C544C3F0F46}"/>
              </a:ext>
            </a:extLst>
          </p:cNvPr>
          <p:cNvSpPr/>
          <p:nvPr/>
        </p:nvSpPr>
        <p:spPr>
          <a:xfrm>
            <a:off x="4481652" y="2253682"/>
            <a:ext cx="3397676" cy="11716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Secondary product </a:t>
            </a:r>
            <a:r>
              <a:rPr lang="en-US" dirty="0" err="1"/>
              <a:t>benefitor</a:t>
            </a:r>
            <a:r>
              <a:rPr lang="en-US" dirty="0"/>
              <a:t>:</a:t>
            </a:r>
          </a:p>
          <a:p>
            <a:r>
              <a:rPr lang="en-US" dirty="0"/>
              <a:t>ELDERY PRONE TO HEAT STROKE</a:t>
            </a:r>
          </a:p>
          <a:p>
            <a:pPr algn="ctr"/>
            <a:endParaRPr lang="en-US" dirty="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CD1B7F47-3F8A-C927-0457-46D4B973D402}"/>
              </a:ext>
            </a:extLst>
          </p:cNvPr>
          <p:cNvSpPr/>
          <p:nvPr/>
        </p:nvSpPr>
        <p:spPr>
          <a:xfrm>
            <a:off x="4481652" y="3579142"/>
            <a:ext cx="3397676" cy="1041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Secondary product </a:t>
            </a:r>
            <a:r>
              <a:rPr lang="en-US" dirty="0" err="1"/>
              <a:t>benefitor</a:t>
            </a:r>
            <a:r>
              <a:rPr lang="en-US" dirty="0"/>
              <a:t>:</a:t>
            </a:r>
          </a:p>
          <a:p>
            <a:r>
              <a:rPr lang="en-US" dirty="0"/>
              <a:t>Business owner for small construction company</a:t>
            </a:r>
          </a:p>
          <a:p>
            <a:pPr algn="ctr"/>
            <a:endParaRPr lang="en-US" dirty="0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48E1B4BF-FB8F-F563-BA64-46BC5B5F5D47}"/>
              </a:ext>
            </a:extLst>
          </p:cNvPr>
          <p:cNvSpPr/>
          <p:nvPr/>
        </p:nvSpPr>
        <p:spPr>
          <a:xfrm>
            <a:off x="4481652" y="4941518"/>
            <a:ext cx="3397676" cy="10416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Secondary product </a:t>
            </a:r>
            <a:r>
              <a:rPr lang="en-US" dirty="0" err="1"/>
              <a:t>benefitor</a:t>
            </a:r>
            <a:r>
              <a:rPr lang="en-US" dirty="0"/>
              <a:t>:</a:t>
            </a:r>
          </a:p>
          <a:p>
            <a:r>
              <a:rPr lang="en-US" dirty="0"/>
              <a:t>Home owner, less energy consumption</a:t>
            </a:r>
          </a:p>
          <a:p>
            <a:pPr algn="ctr"/>
            <a:endParaRPr lang="en-US" dirty="0"/>
          </a:p>
        </p:txBody>
      </p:sp>
      <p:sp>
        <p:nvSpPr>
          <p:cNvPr id="23" name="Pfeil: nach rechts 22">
            <a:extLst>
              <a:ext uri="{FF2B5EF4-FFF2-40B4-BE49-F238E27FC236}">
                <a16:creationId xmlns:a16="http://schemas.microsoft.com/office/drawing/2014/main" id="{97D363F9-85B6-E945-0F69-0D9C89DF972F}"/>
              </a:ext>
            </a:extLst>
          </p:cNvPr>
          <p:cNvSpPr/>
          <p:nvPr/>
        </p:nvSpPr>
        <p:spPr>
          <a:xfrm>
            <a:off x="7326442" y="3016765"/>
            <a:ext cx="761600" cy="325677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E9F8905A-0C53-7985-BC7D-71B8993438DC}"/>
              </a:ext>
            </a:extLst>
          </p:cNvPr>
          <p:cNvGrpSpPr/>
          <p:nvPr/>
        </p:nvGrpSpPr>
        <p:grpSpPr>
          <a:xfrm>
            <a:off x="8446788" y="2303404"/>
            <a:ext cx="451440" cy="1189440"/>
            <a:chOff x="11536284" y="2542882"/>
            <a:chExt cx="451440" cy="118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5" name="Freihand 24">
                  <a:extLst>
                    <a:ext uri="{FF2B5EF4-FFF2-40B4-BE49-F238E27FC236}">
                      <a16:creationId xmlns:a16="http://schemas.microsoft.com/office/drawing/2014/main" id="{5DDC8BE4-05A5-E04D-9767-499893D7EAFD}"/>
                    </a:ext>
                  </a:extLst>
                </p14:cNvPr>
                <p14:cNvContentPartPr/>
                <p14:nvPr/>
              </p14:nvContentPartPr>
              <p14:xfrm>
                <a:off x="11536284" y="3020242"/>
                <a:ext cx="439560" cy="712080"/>
              </p14:xfrm>
            </p:contentPart>
          </mc:Choice>
          <mc:Fallback>
            <p:pic>
              <p:nvPicPr>
                <p:cNvPr id="25" name="Freihand 24">
                  <a:extLst>
                    <a:ext uri="{FF2B5EF4-FFF2-40B4-BE49-F238E27FC236}">
                      <a16:creationId xmlns:a16="http://schemas.microsoft.com/office/drawing/2014/main" id="{5DDC8BE4-05A5-E04D-9767-499893D7EAF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518284" y="3002242"/>
                  <a:ext cx="475200" cy="74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7" name="Freihand 26">
                  <a:extLst>
                    <a:ext uri="{FF2B5EF4-FFF2-40B4-BE49-F238E27FC236}">
                      <a16:creationId xmlns:a16="http://schemas.microsoft.com/office/drawing/2014/main" id="{97CF5866-7189-E5CF-B670-16DAEB080E2E}"/>
                    </a:ext>
                  </a:extLst>
                </p14:cNvPr>
                <p14:cNvContentPartPr/>
                <p14:nvPr/>
              </p14:nvContentPartPr>
              <p14:xfrm>
                <a:off x="11633484" y="2618122"/>
                <a:ext cx="354240" cy="391320"/>
              </p14:xfrm>
            </p:contentPart>
          </mc:Choice>
          <mc:Fallback>
            <p:pic>
              <p:nvPicPr>
                <p:cNvPr id="27" name="Freihand 26">
                  <a:extLst>
                    <a:ext uri="{FF2B5EF4-FFF2-40B4-BE49-F238E27FC236}">
                      <a16:creationId xmlns:a16="http://schemas.microsoft.com/office/drawing/2014/main" id="{97CF5866-7189-E5CF-B670-16DAEB080E2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615844" y="2600122"/>
                  <a:ext cx="38988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54" name="Freihand 53">
                  <a:extLst>
                    <a:ext uri="{FF2B5EF4-FFF2-40B4-BE49-F238E27FC236}">
                      <a16:creationId xmlns:a16="http://schemas.microsoft.com/office/drawing/2014/main" id="{E4B09EA6-620A-D18B-B204-D9358E9A5CCD}"/>
                    </a:ext>
                  </a:extLst>
                </p14:cNvPr>
                <p14:cNvContentPartPr/>
                <p14:nvPr/>
              </p14:nvContentPartPr>
              <p14:xfrm>
                <a:off x="11762004" y="2542882"/>
                <a:ext cx="360" cy="534240"/>
              </p14:xfrm>
            </p:contentPart>
          </mc:Choice>
          <mc:Fallback>
            <p:pic>
              <p:nvPicPr>
                <p:cNvPr id="54" name="Freihand 53">
                  <a:extLst>
                    <a:ext uri="{FF2B5EF4-FFF2-40B4-BE49-F238E27FC236}">
                      <a16:creationId xmlns:a16="http://schemas.microsoft.com/office/drawing/2014/main" id="{E4B09EA6-620A-D18B-B204-D9358E9A5CC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744004" y="2524882"/>
                  <a:ext cx="36000" cy="5698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7" name="Pfeil: nach rechts 56">
            <a:extLst>
              <a:ext uri="{FF2B5EF4-FFF2-40B4-BE49-F238E27FC236}">
                <a16:creationId xmlns:a16="http://schemas.microsoft.com/office/drawing/2014/main" id="{4CDB469F-9074-4934-EDA9-7707A9728D66}"/>
              </a:ext>
            </a:extLst>
          </p:cNvPr>
          <p:cNvSpPr/>
          <p:nvPr/>
        </p:nvSpPr>
        <p:spPr>
          <a:xfrm>
            <a:off x="7326442" y="4135641"/>
            <a:ext cx="761600" cy="325677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E8BCD82-1060-E1F7-5173-EC188185F652}"/>
              </a:ext>
            </a:extLst>
          </p:cNvPr>
          <p:cNvGrpSpPr/>
          <p:nvPr/>
        </p:nvGrpSpPr>
        <p:grpSpPr>
          <a:xfrm>
            <a:off x="8446788" y="3422280"/>
            <a:ext cx="451440" cy="1189440"/>
            <a:chOff x="11536284" y="2542882"/>
            <a:chExt cx="451440" cy="118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59" name="Freihand 58">
                  <a:extLst>
                    <a:ext uri="{FF2B5EF4-FFF2-40B4-BE49-F238E27FC236}">
                      <a16:creationId xmlns:a16="http://schemas.microsoft.com/office/drawing/2014/main" id="{614A67CC-C464-8579-0A58-63E9AB33360B}"/>
                    </a:ext>
                  </a:extLst>
                </p14:cNvPr>
                <p14:cNvContentPartPr/>
                <p14:nvPr/>
              </p14:nvContentPartPr>
              <p14:xfrm>
                <a:off x="11536284" y="3020242"/>
                <a:ext cx="439560" cy="712080"/>
              </p14:xfrm>
            </p:contentPart>
          </mc:Choice>
          <mc:Fallback>
            <p:pic>
              <p:nvPicPr>
                <p:cNvPr id="59" name="Freihand 58">
                  <a:extLst>
                    <a:ext uri="{FF2B5EF4-FFF2-40B4-BE49-F238E27FC236}">
                      <a16:creationId xmlns:a16="http://schemas.microsoft.com/office/drawing/2014/main" id="{614A67CC-C464-8579-0A58-63E9AB33360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518284" y="3002242"/>
                  <a:ext cx="475200" cy="74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0" name="Freihand 59">
                  <a:extLst>
                    <a:ext uri="{FF2B5EF4-FFF2-40B4-BE49-F238E27FC236}">
                      <a16:creationId xmlns:a16="http://schemas.microsoft.com/office/drawing/2014/main" id="{0C847AB6-4DC5-226C-E1F6-5646C68E2544}"/>
                    </a:ext>
                  </a:extLst>
                </p14:cNvPr>
                <p14:cNvContentPartPr/>
                <p14:nvPr/>
              </p14:nvContentPartPr>
              <p14:xfrm>
                <a:off x="11633484" y="2618122"/>
                <a:ext cx="354240" cy="391320"/>
              </p14:xfrm>
            </p:contentPart>
          </mc:Choice>
          <mc:Fallback>
            <p:pic>
              <p:nvPicPr>
                <p:cNvPr id="60" name="Freihand 59">
                  <a:extLst>
                    <a:ext uri="{FF2B5EF4-FFF2-40B4-BE49-F238E27FC236}">
                      <a16:creationId xmlns:a16="http://schemas.microsoft.com/office/drawing/2014/main" id="{0C847AB6-4DC5-226C-E1F6-5646C68E254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615844" y="2600122"/>
                  <a:ext cx="38988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61" name="Freihand 60">
                  <a:extLst>
                    <a:ext uri="{FF2B5EF4-FFF2-40B4-BE49-F238E27FC236}">
                      <a16:creationId xmlns:a16="http://schemas.microsoft.com/office/drawing/2014/main" id="{CAEE3D8D-F385-5940-2C4C-836D934B6708}"/>
                    </a:ext>
                  </a:extLst>
                </p14:cNvPr>
                <p14:cNvContentPartPr/>
                <p14:nvPr/>
              </p14:nvContentPartPr>
              <p14:xfrm>
                <a:off x="11762004" y="2542882"/>
                <a:ext cx="360" cy="534240"/>
              </p14:xfrm>
            </p:contentPart>
          </mc:Choice>
          <mc:Fallback>
            <p:pic>
              <p:nvPicPr>
                <p:cNvPr id="61" name="Freihand 60">
                  <a:extLst>
                    <a:ext uri="{FF2B5EF4-FFF2-40B4-BE49-F238E27FC236}">
                      <a16:creationId xmlns:a16="http://schemas.microsoft.com/office/drawing/2014/main" id="{CAEE3D8D-F385-5940-2C4C-836D934B670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744004" y="2524882"/>
                  <a:ext cx="36000" cy="5698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2" name="Pfeil: nach rechts 61">
            <a:extLst>
              <a:ext uri="{FF2B5EF4-FFF2-40B4-BE49-F238E27FC236}">
                <a16:creationId xmlns:a16="http://schemas.microsoft.com/office/drawing/2014/main" id="{5DC961AD-CF2D-9BA7-E681-370A79CD6C5F}"/>
              </a:ext>
            </a:extLst>
          </p:cNvPr>
          <p:cNvSpPr/>
          <p:nvPr/>
        </p:nvSpPr>
        <p:spPr>
          <a:xfrm>
            <a:off x="7326442" y="5254517"/>
            <a:ext cx="761600" cy="325677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57ACB933-1A69-DFA0-B8D3-32C08D8678E4}"/>
              </a:ext>
            </a:extLst>
          </p:cNvPr>
          <p:cNvGrpSpPr/>
          <p:nvPr/>
        </p:nvGrpSpPr>
        <p:grpSpPr>
          <a:xfrm>
            <a:off x="8446788" y="4541156"/>
            <a:ext cx="451440" cy="1189440"/>
            <a:chOff x="11536284" y="2542882"/>
            <a:chExt cx="451440" cy="118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64" name="Freihand 63">
                  <a:extLst>
                    <a:ext uri="{FF2B5EF4-FFF2-40B4-BE49-F238E27FC236}">
                      <a16:creationId xmlns:a16="http://schemas.microsoft.com/office/drawing/2014/main" id="{726F3684-8235-A3E3-E61F-77B106F56454}"/>
                    </a:ext>
                  </a:extLst>
                </p14:cNvPr>
                <p14:cNvContentPartPr/>
                <p14:nvPr/>
              </p14:nvContentPartPr>
              <p14:xfrm>
                <a:off x="11536284" y="3020242"/>
                <a:ext cx="439560" cy="712080"/>
              </p14:xfrm>
            </p:contentPart>
          </mc:Choice>
          <mc:Fallback>
            <p:pic>
              <p:nvPicPr>
                <p:cNvPr id="64" name="Freihand 63">
                  <a:extLst>
                    <a:ext uri="{FF2B5EF4-FFF2-40B4-BE49-F238E27FC236}">
                      <a16:creationId xmlns:a16="http://schemas.microsoft.com/office/drawing/2014/main" id="{726F3684-8235-A3E3-E61F-77B106F5645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518284" y="3002242"/>
                  <a:ext cx="475200" cy="74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65" name="Freihand 64">
                  <a:extLst>
                    <a:ext uri="{FF2B5EF4-FFF2-40B4-BE49-F238E27FC236}">
                      <a16:creationId xmlns:a16="http://schemas.microsoft.com/office/drawing/2014/main" id="{F00BA7DA-69CA-EAE4-E42A-604929B1596D}"/>
                    </a:ext>
                  </a:extLst>
                </p14:cNvPr>
                <p14:cNvContentPartPr/>
                <p14:nvPr/>
              </p14:nvContentPartPr>
              <p14:xfrm>
                <a:off x="11633484" y="2618122"/>
                <a:ext cx="354240" cy="391320"/>
              </p14:xfrm>
            </p:contentPart>
          </mc:Choice>
          <mc:Fallback>
            <p:pic>
              <p:nvPicPr>
                <p:cNvPr id="65" name="Freihand 64">
                  <a:extLst>
                    <a:ext uri="{FF2B5EF4-FFF2-40B4-BE49-F238E27FC236}">
                      <a16:creationId xmlns:a16="http://schemas.microsoft.com/office/drawing/2014/main" id="{F00BA7DA-69CA-EAE4-E42A-604929B1596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615844" y="2600122"/>
                  <a:ext cx="38988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66" name="Freihand 65">
                  <a:extLst>
                    <a:ext uri="{FF2B5EF4-FFF2-40B4-BE49-F238E27FC236}">
                      <a16:creationId xmlns:a16="http://schemas.microsoft.com/office/drawing/2014/main" id="{AF61F8AD-8977-D89F-F7AA-6987C9F7124F}"/>
                    </a:ext>
                  </a:extLst>
                </p14:cNvPr>
                <p14:cNvContentPartPr/>
                <p14:nvPr/>
              </p14:nvContentPartPr>
              <p14:xfrm>
                <a:off x="11762004" y="2542882"/>
                <a:ext cx="360" cy="534240"/>
              </p14:xfrm>
            </p:contentPart>
          </mc:Choice>
          <mc:Fallback>
            <p:pic>
              <p:nvPicPr>
                <p:cNvPr id="66" name="Freihand 65">
                  <a:extLst>
                    <a:ext uri="{FF2B5EF4-FFF2-40B4-BE49-F238E27FC236}">
                      <a16:creationId xmlns:a16="http://schemas.microsoft.com/office/drawing/2014/main" id="{AF61F8AD-8977-D89F-F7AA-6987C9F7124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744004" y="2524882"/>
                  <a:ext cx="36000" cy="569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53310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ABA69EE5-AF9F-A7C4-C7AD-77A7D6A2FEE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698371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04" imgH="405" progId="TCLayout.ActiveDocument.1">
                  <p:embed/>
                </p:oleObj>
              </mc:Choice>
              <mc:Fallback>
                <p:oleObj name="think-cell Folie" r:id="rId3" imgW="404" imgH="40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A69EE5-AF9F-A7C4-C7AD-77A7D6A2FE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 4">
            <a:extLst>
              <a:ext uri="{FF2B5EF4-FFF2-40B4-BE49-F238E27FC236}">
                <a16:creationId xmlns:a16="http://schemas.microsoft.com/office/drawing/2014/main" id="{B07BA21B-3E1B-D31F-ABBB-67001BFE4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186" y="365125"/>
            <a:ext cx="10965628" cy="13255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Tabellenplatzhalter 5">
            <a:extLst>
              <a:ext uri="{FF2B5EF4-FFF2-40B4-BE49-F238E27FC236}">
                <a16:creationId xmlns:a16="http://schemas.microsoft.com/office/drawing/2014/main" id="{9BB996C4-3DC2-8717-F4E7-71EDC41DDC5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2D6FEB1-7C20-2CB4-6C36-AC6512A71B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2487" y="0"/>
            <a:ext cx="8387026" cy="6858000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7554F1DE-0D9D-F3F0-F1B9-398E63F12F96}"/>
              </a:ext>
            </a:extLst>
          </p:cNvPr>
          <p:cNvSpPr/>
          <p:nvPr/>
        </p:nvSpPr>
        <p:spPr>
          <a:xfrm>
            <a:off x="6436426" y="2107800"/>
            <a:ext cx="4417621" cy="18466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 be adapted to storyline</a:t>
            </a:r>
          </a:p>
        </p:txBody>
      </p:sp>
    </p:spTree>
    <p:extLst>
      <p:ext uri="{BB962C8B-B14F-4D97-AF65-F5344CB8AC3E}">
        <p14:creationId xmlns:p14="http://schemas.microsoft.com/office/powerpoint/2010/main" val="3005171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06C20D-0734-D782-FAD7-7489047EF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abellenplatzhalter 2">
            <a:extLst>
              <a:ext uri="{FF2B5EF4-FFF2-40B4-BE49-F238E27FC236}">
                <a16:creationId xmlns:a16="http://schemas.microsoft.com/office/drawing/2014/main" id="{A32E9A91-EB5E-460C-31CB-2CA62AD09E93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DF37DEF-01AA-1BF6-F057-7501163E1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442" y="332943"/>
            <a:ext cx="7821116" cy="6192114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E54C10C4-C937-6F00-063D-7B813175D528}"/>
              </a:ext>
            </a:extLst>
          </p:cNvPr>
          <p:cNvSpPr/>
          <p:nvPr/>
        </p:nvSpPr>
        <p:spPr>
          <a:xfrm>
            <a:off x="6436426" y="2107800"/>
            <a:ext cx="4417621" cy="18466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 be adapted to storyline</a:t>
            </a:r>
          </a:p>
        </p:txBody>
      </p:sp>
    </p:spTree>
    <p:extLst>
      <p:ext uri="{BB962C8B-B14F-4D97-AF65-F5344CB8AC3E}">
        <p14:creationId xmlns:p14="http://schemas.microsoft.com/office/powerpoint/2010/main" val="2689494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DAECE5-CEBD-F278-BAC1-99951E9EB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abellenplatzhalter 2">
            <a:extLst>
              <a:ext uri="{FF2B5EF4-FFF2-40B4-BE49-F238E27FC236}">
                <a16:creationId xmlns:a16="http://schemas.microsoft.com/office/drawing/2014/main" id="{50D0B404-4F71-56A4-E69C-A4B80318A982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9C8393A-916A-02F5-F3BF-E4F0E9771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521" y="771154"/>
            <a:ext cx="7220958" cy="5315692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A91DBE15-4277-2B3A-FF1C-656FD2911666}"/>
              </a:ext>
            </a:extLst>
          </p:cNvPr>
          <p:cNvSpPr/>
          <p:nvPr/>
        </p:nvSpPr>
        <p:spPr>
          <a:xfrm>
            <a:off x="6436426" y="2107800"/>
            <a:ext cx="4417621" cy="18466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 be adapted to storyline</a:t>
            </a:r>
          </a:p>
        </p:txBody>
      </p:sp>
    </p:spTree>
    <p:extLst>
      <p:ext uri="{BB962C8B-B14F-4D97-AF65-F5344CB8AC3E}">
        <p14:creationId xmlns:p14="http://schemas.microsoft.com/office/powerpoint/2010/main" val="4172657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B904E4-83BA-BF89-427A-773839D07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abellenplatzhalter 2">
            <a:extLst>
              <a:ext uri="{FF2B5EF4-FFF2-40B4-BE49-F238E27FC236}">
                <a16:creationId xmlns:a16="http://schemas.microsoft.com/office/drawing/2014/main" id="{7B3773A2-2030-F2BD-212C-33CCB94384A7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5D35512-3666-E471-CBD7-4B99E2146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160" y="0"/>
            <a:ext cx="7205680" cy="685800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E20938D9-2CC7-F912-1A24-8DDF62DB8867}"/>
              </a:ext>
            </a:extLst>
          </p:cNvPr>
          <p:cNvSpPr/>
          <p:nvPr/>
        </p:nvSpPr>
        <p:spPr>
          <a:xfrm>
            <a:off x="6436426" y="2107800"/>
            <a:ext cx="4417621" cy="18466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 be adapted to storyline</a:t>
            </a:r>
          </a:p>
        </p:txBody>
      </p:sp>
    </p:spTree>
    <p:extLst>
      <p:ext uri="{BB962C8B-B14F-4D97-AF65-F5344CB8AC3E}">
        <p14:creationId xmlns:p14="http://schemas.microsoft.com/office/powerpoint/2010/main" val="1317268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713809-266B-1C0D-319A-891F11708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abellenplatzhalter 2">
            <a:extLst>
              <a:ext uri="{FF2B5EF4-FFF2-40B4-BE49-F238E27FC236}">
                <a16:creationId xmlns:a16="http://schemas.microsoft.com/office/drawing/2014/main" id="{98F0636E-779F-453C-574A-C8D0CE423F27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7AB63EC-EABE-CD12-CA91-1E232AE6A8B2}"/>
              </a:ext>
            </a:extLst>
          </p:cNvPr>
          <p:cNvSpPr/>
          <p:nvPr/>
        </p:nvSpPr>
        <p:spPr>
          <a:xfrm>
            <a:off x="6436426" y="2107800"/>
            <a:ext cx="4417621" cy="18466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Nest steps – how to develop this product to </a:t>
            </a:r>
            <a:r>
              <a:rPr lang="en-US"/>
              <a:t>full potential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0890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55661986_wac_CP_V19" id="{030227AD-26D8-46F7-B412-6532AF4DDFEA}" vid="{787E6F9C-FC70-455D-8D81-5DEDA8A08F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C2645A-E767-4D7E-984D-234E531E455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2A2379-DD35-4769-BFD6-4857D72F8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0</TotalTime>
  <Words>370</Words>
  <Application>Microsoft Office PowerPoint</Application>
  <PresentationFormat>Breitbild</PresentationFormat>
  <Paragraphs>51</Paragraphs>
  <Slides>8</Slides>
  <Notes>3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6" baseType="lpstr">
      <vt:lpstr>Aptos</vt:lpstr>
      <vt:lpstr>Aptos Black</vt:lpstr>
      <vt:lpstr>Arial</vt:lpstr>
      <vt:lpstr>Calibri</vt:lpstr>
      <vt:lpstr>Calibri Light</vt:lpstr>
      <vt:lpstr>Wingdings</vt:lpstr>
      <vt:lpstr>Custom</vt:lpstr>
      <vt:lpstr>think-cell Folie</vt:lpstr>
      <vt:lpstr>HeatWatch Montgomery</vt:lpstr>
      <vt:lpstr>Heat Risk is uneven, city response is fragmented. </vt:lpstr>
      <vt:lpstr>Individual, city, economics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Adeline Kwa</dc:creator>
  <cp:lastModifiedBy>Adeline Kwa</cp:lastModifiedBy>
  <cp:revision>1</cp:revision>
  <dcterms:created xsi:type="dcterms:W3CDTF">2025-12-28T20:20:20Z</dcterms:created>
  <dcterms:modified xsi:type="dcterms:W3CDTF">2026-03-08T12:49:21Z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MSIP_Label_3eeb12cd-706a-4bf9-ac60-97c798440947_Enabled">
    <vt:lpwstr>true</vt:lpwstr>
  </property>
  <property fmtid="{D5CDD505-2E9C-101B-9397-08002B2CF9AE}" pid="5" name="MSIP_Label_3eeb12cd-706a-4bf9-ac60-97c798440947_SetDate">
    <vt:lpwstr>2025-12-28T20:22:04Z</vt:lpwstr>
  </property>
  <property fmtid="{D5CDD505-2E9C-101B-9397-08002B2CF9AE}" pid="6" name="MSIP_Label_3eeb12cd-706a-4bf9-ac60-97c798440947_Method">
    <vt:lpwstr>Privileged</vt:lpwstr>
  </property>
  <property fmtid="{D5CDD505-2E9C-101B-9397-08002B2CF9AE}" pid="7" name="MSIP_Label_3eeb12cd-706a-4bf9-ac60-97c798440947_Name">
    <vt:lpwstr>NL-Customer-Confidential</vt:lpwstr>
  </property>
  <property fmtid="{D5CDD505-2E9C-101B-9397-08002B2CF9AE}" pid="8" name="MSIP_Label_3eeb12cd-706a-4bf9-ac60-97c798440947_SiteId">
    <vt:lpwstr>213a6ca3-4808-4047-8aca-814d2cde4474</vt:lpwstr>
  </property>
  <property fmtid="{D5CDD505-2E9C-101B-9397-08002B2CF9AE}" pid="9" name="MSIP_Label_3eeb12cd-706a-4bf9-ac60-97c798440947_ActionId">
    <vt:lpwstr>abd842ad-b64f-4e84-8f77-9b062ee89160</vt:lpwstr>
  </property>
  <property fmtid="{D5CDD505-2E9C-101B-9397-08002B2CF9AE}" pid="10" name="MSIP_Label_3eeb12cd-706a-4bf9-ac60-97c798440947_ContentBits">
    <vt:lpwstr>0</vt:lpwstr>
  </property>
  <property fmtid="{D5CDD505-2E9C-101B-9397-08002B2CF9AE}" pid="11" name="MSIP_Label_3eeb12cd-706a-4bf9-ac60-97c798440947_Tag">
    <vt:lpwstr>10, 0, 1, 1</vt:lpwstr>
  </property>
</Properties>
</file>